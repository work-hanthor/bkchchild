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6.xml" ContentType="application/vnd.openxmlformats-officedocument.presentationml.slide+xml"/>
  <Override PartName="/ppt/slides/slide88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99" r:id="rId2"/>
    <p:sldMasterId id="2147483832" r:id="rId3"/>
    <p:sldMasterId id="2147483844" r:id="rId4"/>
    <p:sldMasterId id="2147483900" r:id="rId5"/>
    <p:sldMasterId id="2147484121" r:id="rId6"/>
    <p:sldMasterId id="2147484144" r:id="rId7"/>
    <p:sldMasterId id="2147484156" r:id="rId8"/>
  </p:sldMasterIdLst>
  <p:notesMasterIdLst>
    <p:notesMasterId r:id="rId128"/>
  </p:notesMasterIdLst>
  <p:sldIdLst>
    <p:sldId id="5079" r:id="rId9"/>
    <p:sldId id="4083" r:id="rId10"/>
    <p:sldId id="4180" r:id="rId11"/>
    <p:sldId id="4084" r:id="rId12"/>
    <p:sldId id="4359" r:id="rId13"/>
    <p:sldId id="4226" r:id="rId14"/>
    <p:sldId id="4134" r:id="rId15"/>
    <p:sldId id="258" r:id="rId17"/>
    <p:sldId id="4052" r:id="rId18"/>
    <p:sldId id="5027" r:id="rId21"/>
    <p:sldId id="5038" r:id="rId25"/>
    <p:sldId id="5040" r:id="rId28"/>
    <p:sldId id="4988" r:id="rId29"/>
    <p:sldId id="4662" r:id="rId33"/>
    <p:sldId id="5046" r:id="rId38"/>
    <p:sldId id="4973" r:id="rId87"/>
    <p:sldId id="5082" r:id="rId88"/>
    <p:sldId id="4491" r:id="rId90"/>
    <p:sldId id="5032" r:id="rId91"/>
    <p:sldId id="5083" r:id="rId92"/>
    <p:sldId id="4176" r:id="rId94"/>
    <p:sldId id="4583" r:id="rId96"/>
    <p:sldId id="4124" r:id="rId111"/>
    <p:sldId id="4125" r:id="rId112"/>
    <p:sldId id="4175" r:id="rId118"/>
    <p:sldId id="4122" r:id="rId119"/>
    <p:sldId id="4190" r:id="rId121"/>
    <p:sldId id="4529" r:id="rId122"/>
    <p:sldId id="4652" r:id="rId123"/>
    <p:sldId id="4533" r:id="rId125"/>
    <p:sldId id="4940" r:id="rId126"/>
    <p:sldId id="4476" r:id="rId12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3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A3D2"/>
    <a:srgbClr val="F36564"/>
    <a:srgbClr val="FF9E28"/>
    <a:srgbClr val="103079"/>
    <a:srgbClr val="FFFFA5"/>
    <a:srgbClr val="CAECF5"/>
    <a:srgbClr val="09945D"/>
    <a:srgbClr val="00A8D2"/>
    <a:srgbClr val="FFC0B6"/>
    <a:srgbClr val="F9D2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906" y="120"/>
      </p:cViewPr>
      <p:guideLst>
        <p:guide orient="horz" pos="1613"/>
        <p:guide pos="287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66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13.xml"/><Relationship Id="rId112" Type="http://schemas.openxmlformats.org/officeDocument/2006/relationships/slide" Target="slides/slide104.xml"/><Relationship Id="rId11" Type="http://schemas.openxmlformats.org/officeDocument/2006/relationships/slide" Target="slides/slide3.xml"/><Relationship Id="rId123" Type="http://schemas.openxmlformats.org/officeDocument/2006/relationships/slide" Target="slides/slide115.xml"/><Relationship Id="rId12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2.xml"/><Relationship Id="rId14" Type="http://schemas.openxmlformats.org/officeDocument/2006/relationships/slide" Target="slides/slide6.xml"/><Relationship Id="rId118" Type="http://schemas.openxmlformats.org/officeDocument/2006/relationships/slide" Target="slides/slide110.xml"/><Relationship Id="rId126" Type="http://schemas.openxmlformats.org/officeDocument/2006/relationships/slide" Target="slides/slide118.xml"/><Relationship Id="rId8" Type="http://schemas.openxmlformats.org/officeDocument/2006/relationships/slideMaster" Target="slideMasters/slideMaster8.xml"/><Relationship Id="rId121" Type="http://schemas.openxmlformats.org/officeDocument/2006/relationships/slide" Target="slides/slide11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129" Type="http://schemas.openxmlformats.org/officeDocument/2006/relationships/presProps" Target="presProps.xml"/><Relationship Id="rId88" Type="http://schemas.openxmlformats.org/officeDocument/2006/relationships/slide" Target="slides/slide80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11" Type="http://schemas.openxmlformats.org/officeDocument/2006/relationships/slide" Target="slides/slide103.xml"/><Relationship Id="rId13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8" Type="http://schemas.openxmlformats.org/officeDocument/2006/relationships/slide" Target="slides/slide20.xml"/><Relationship Id="rId119" Type="http://schemas.openxmlformats.org/officeDocument/2006/relationships/slide" Target="slides/slide111.xml"/><Relationship Id="rId127" Type="http://schemas.openxmlformats.org/officeDocument/2006/relationships/slide" Target="slides/slide119.xml"/><Relationship Id="rId10" Type="http://schemas.openxmlformats.org/officeDocument/2006/relationships/slide" Target="slides/slide2.xml"/><Relationship Id="rId94" Type="http://schemas.openxmlformats.org/officeDocument/2006/relationships/slide" Target="slides/slide86.xml"/><Relationship Id="rId122" Type="http://schemas.openxmlformats.org/officeDocument/2006/relationships/slide" Target="slides/slide114.xml"/><Relationship Id="rId13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125" Type="http://schemas.openxmlformats.org/officeDocument/2006/relationships/slide" Target="slides/slide117.xml"/><Relationship Id="rId7" Type="http://schemas.openxmlformats.org/officeDocument/2006/relationships/slideMaster" Target="slideMasters/slideMaster7.xml"/><Relationship Id="rId92" Type="http://schemas.openxmlformats.org/officeDocument/2006/relationships/slide" Target="slides/slide8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87" Type="http://schemas.openxmlformats.org/officeDocument/2006/relationships/slide" Target="slides/slide79.xml"/><Relationship Id="rId13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DD08EA9-D56A-4C21-8F40-5D43DE455375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6DF497F-929D-4BBF-8CE4-AD649DA7C79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2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1282304"/>
            <a:ext cx="5915025" cy="2139552"/>
          </a:xfrm>
        </p:spPr>
        <p:txBody>
          <a:bodyPr anchor="b"/>
          <a:lstStyle>
            <a:lvl1pPr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3442098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7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2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273844"/>
            <a:ext cx="5915025" cy="994172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2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2" y="1878806"/>
            <a:ext cx="2915543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273843"/>
            <a:ext cx="1478756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273843"/>
            <a:ext cx="4350544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1282304"/>
            <a:ext cx="5915025" cy="2139552"/>
          </a:xfrm>
        </p:spPr>
        <p:txBody>
          <a:bodyPr anchor="b"/>
          <a:lstStyle>
            <a:lvl1pPr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3442098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7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2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273844"/>
            <a:ext cx="5915025" cy="994172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2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2" y="1878806"/>
            <a:ext cx="2915543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273843"/>
            <a:ext cx="1478756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273843"/>
            <a:ext cx="4350544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1282304"/>
            <a:ext cx="5915025" cy="2139552"/>
          </a:xfrm>
        </p:spPr>
        <p:txBody>
          <a:bodyPr anchor="b"/>
          <a:lstStyle>
            <a:lvl1pPr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3442098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7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2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273844"/>
            <a:ext cx="5915025" cy="994172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2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2" y="1878806"/>
            <a:ext cx="2915543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273843"/>
            <a:ext cx="1478756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273843"/>
            <a:ext cx="4350544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1282304"/>
            <a:ext cx="5915025" cy="2139552"/>
          </a:xfrm>
        </p:spPr>
        <p:txBody>
          <a:bodyPr anchor="b"/>
          <a:lstStyle>
            <a:lvl1pPr>
              <a:defRPr sz="45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3442098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7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2" y="1369218"/>
            <a:ext cx="2914650" cy="326350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273844"/>
            <a:ext cx="5915025" cy="994172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2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2" y="1878806"/>
            <a:ext cx="2915543" cy="276344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0" y="342900"/>
            <a:ext cx="2211883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740569"/>
            <a:ext cx="3471862" cy="365521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0" y="1543050"/>
            <a:ext cx="2211883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273843"/>
            <a:ext cx="1478756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273843"/>
            <a:ext cx="4350544" cy="435887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83176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79542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763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40655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47023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46088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3561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1666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08240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19289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2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6873F2C6-4074-4376-875F-B6FA70E839AE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ABF823E-B816-4322-8EF2-F3C9CBFA38F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691B1D5-C0D8-4E8C-9ABA-9121503454F7}" type="datetime1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l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2026-10-11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7B3A8C7-AA88-4003-9F87-C9DE61446547}" type="slidenum">
              <a:rPr kumimoji="0" lang="ko-KR" altLang="en-US" sz="1200" b="0" i="0" u="none" strike="noStrike" kern="1200" cap="none" spc="0" normalizeH="0" baseline="0"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/>
                <a:cs typeface="+mn-cs"/>
              </a:rPr>
              <a:pPr marL="0" marR="0" lvl="0" indent="0" algn="r" defTabSz="4572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8691B1D5-C0D8-4E8C-9ABA-9121503454F7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7B3A8C7-AA88-4003-9F87-C9DE6144654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4"/>
            <a:ext cx="7886700" cy="435133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CF330175-6F9F-4D73-A913-D021EDD098C4}" type="datetime1">
              <a:rPr lang="ko-KR" altLang="en-US"/>
              <a:pPr lvl="0">
                <a:defRPr/>
              </a:pPr>
              <a:t>2026-10-11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2C7BEE15-C7A7-44C7-9502-89204CB8D12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4B118-B11D-4448-B5B2-5AB7EE716D08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92BB3-34FB-4ABE-B0D5-E6AB3D7B5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8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A2BDF-3D67-9A22-8B02-3A2B2A88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A29EB3-12C3-C662-2EFD-F598332BBCD5}"/>
              </a:ext>
            </a:extLst>
          </p:cNvPr>
          <p:cNvSpPr txBox="1"/>
          <p:nvPr/>
        </p:nvSpPr>
        <p:spPr>
          <a:xfrm>
            <a:off x="183042" y="212079"/>
            <a:ext cx="4367187" cy="2554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 w="12700">
                  <a:solidFill>
                    <a:prstClr val="white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아동부</a:t>
            </a:r>
            <a:r>
              <a:rPr kumimoji="0" lang="ko-KR" altLang="en-US" sz="3600" b="0" i="0" u="none" strike="noStrike" kern="1200" cap="none" spc="0" normalizeH="0" baseline="0" noProof="0" dirty="0">
                <a:ln w="12700">
                  <a:solidFill>
                    <a:prstClr val="white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 예배에 온</a:t>
            </a:r>
            <a:endParaRPr kumimoji="0" lang="en-US" altLang="ko-KR" sz="3600" b="0" i="0" u="none" strike="noStrike" kern="1200" cap="none" spc="0" normalizeH="0" baseline="0" noProof="0" dirty="0">
              <a:ln w="12700">
                <a:solidFill>
                  <a:prstClr val="white"/>
                </a:solidFill>
              </a:ln>
              <a:solidFill>
                <a:prstClr val="black"/>
              </a:solidFill>
              <a:effectLst/>
              <a:uLnTx/>
              <a:uFillTx/>
              <a:latin typeface="CookieRun Bold"/>
              <a:ea typeface="CookieRun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 w="12700">
                  <a:solidFill>
                    <a:prstClr val="white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어린이 여러분을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34255" algn="l"/>
              </a:tabLst>
              <a:defRPr/>
            </a:pPr>
            <a:r>
              <a:rPr kumimoji="0" lang="ko-KR" altLang="en-US" sz="8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14300">
                    <a:srgbClr val="E7E6E6">
                      <a:lumMod val="10000"/>
                      <a:alpha val="80000"/>
                    </a:srgbClr>
                  </a:glow>
                </a:effectLst>
                <a:uLnTx/>
                <a:uFillTx/>
                <a:latin typeface="CookieRun Bold"/>
                <a:ea typeface="CookieRun Bold"/>
                <a:cs typeface="+mn-cs"/>
              </a:rPr>
              <a:t>환영해요</a:t>
            </a:r>
            <a:endParaRPr kumimoji="0" lang="en-US" altLang="ko-KR" sz="8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101600">
                  <a:prstClr val="white">
                    <a:alpha val="60000"/>
                  </a:prstClr>
                </a:glow>
              </a:effectLst>
              <a:uLnTx/>
              <a:uFillTx/>
              <a:latin typeface="CookieRun Bold"/>
              <a:ea typeface="CookieRun Bold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C84FC01-AFBC-F86B-7156-B83A642586ED}"/>
              </a:ext>
            </a:extLst>
          </p:cNvPr>
          <p:cNvGrpSpPr/>
          <p:nvPr/>
        </p:nvGrpSpPr>
        <p:grpSpPr>
          <a:xfrm>
            <a:off x="230042" y="2846422"/>
            <a:ext cx="4273185" cy="2118442"/>
            <a:chOff x="226245" y="2785082"/>
            <a:chExt cx="3829048" cy="2118442"/>
          </a:xfrm>
        </p:grpSpPr>
        <p:sp>
          <p:nvSpPr>
            <p:cNvPr id="2" name="모서리가 둥근 직사각형 46">
              <a:extLst>
                <a:ext uri="{FF2B5EF4-FFF2-40B4-BE49-F238E27FC236}">
                  <a16:creationId xmlns:a16="http://schemas.microsoft.com/office/drawing/2014/main" id="{93DC06C0-A50E-4C96-6EC3-B98A5B6EDF08}"/>
                </a:ext>
              </a:extLst>
            </p:cNvPr>
            <p:cNvSpPr/>
            <p:nvPr/>
          </p:nvSpPr>
          <p:spPr>
            <a:xfrm>
              <a:off x="226245" y="2785082"/>
              <a:ext cx="3829048" cy="2118442"/>
            </a:xfrm>
            <a:prstGeom prst="roundRect">
              <a:avLst>
                <a:gd name="adj" fmla="val 7699"/>
              </a:avLst>
            </a:prstGeom>
            <a:solidFill>
              <a:schemeClr val="bg1">
                <a:alpha val="75000"/>
              </a:schemeClr>
            </a:solidFill>
            <a:ln w="12700" cap="flat" cmpd="sng" algn="ctr">
              <a:noFill/>
              <a:prstDash val="solid"/>
              <a:miter/>
            </a:ln>
          </p:spPr>
          <p:txBody>
            <a:bodyPr anchor="ctr"/>
            <a:lstStyle/>
            <a:p>
              <a:pPr marL="0" marR="0" lvl="0" indent="0" algn="ctr" defTabSz="6858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6C8B87D-280A-E2A8-D4C9-E4472F24FF2B}"/>
                </a:ext>
              </a:extLst>
            </p:cNvPr>
            <p:cNvSpPr/>
            <p:nvPr/>
          </p:nvSpPr>
          <p:spPr>
            <a:xfrm>
              <a:off x="267885" y="2820657"/>
              <a:ext cx="3745768" cy="2047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1. 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헌금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을 준비해요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2.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오늘 말씀을 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미리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 찾아요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. </a:t>
              </a:r>
            </a:p>
            <a:p>
              <a:pPr lvl="0"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     (</a:t>
              </a:r>
              <a:r>
                <a:rPr lang="ko-KR" altLang="en-US" sz="2400" dirty="0" err="1">
                  <a:solidFill>
                    <a:prstClr val="black"/>
                  </a:solidFill>
                  <a:latin typeface="메이플스토리"/>
                  <a:ea typeface="메이플스토리"/>
                </a:rPr>
                <a:t>열왕기하</a:t>
              </a:r>
              <a:r>
                <a:rPr lang="ko-KR" altLang="en-US" sz="2400" dirty="0">
                  <a:solidFill>
                    <a:prstClr val="black"/>
                  </a:solidFill>
                  <a:latin typeface="메이플스토리"/>
                  <a:ea typeface="메이플스토리"/>
                </a:rPr>
                <a:t> </a:t>
              </a:r>
              <a:r>
                <a:rPr lang="en-US" altLang="ko-KR" sz="2400" dirty="0">
                  <a:solidFill>
                    <a:prstClr val="black"/>
                  </a:solidFill>
                  <a:latin typeface="메이플스토리"/>
                  <a:ea typeface="메이플스토리"/>
                </a:rPr>
                <a:t>23</a:t>
              </a:r>
              <a:r>
                <a:rPr lang="ko-KR" altLang="en-US" sz="2400" dirty="0">
                  <a:solidFill>
                    <a:prstClr val="black"/>
                  </a:solidFill>
                  <a:latin typeface="메이플스토리"/>
                  <a:ea typeface="메이플스토리"/>
                </a:rPr>
                <a:t>장 </a:t>
              </a:r>
              <a:r>
                <a:rPr lang="en-US" altLang="ko-KR" sz="2400" dirty="0">
                  <a:solidFill>
                    <a:prstClr val="black"/>
                  </a:solidFill>
                  <a:latin typeface="메이플스토리"/>
                  <a:ea typeface="메이플스토리"/>
                </a:rPr>
                <a:t>2~3</a:t>
              </a:r>
              <a:r>
                <a:rPr lang="ko-KR" altLang="en-US" sz="2400" dirty="0">
                  <a:solidFill>
                    <a:prstClr val="black"/>
                  </a:solidFill>
                  <a:latin typeface="메이플스토리"/>
                  <a:ea typeface="메이플스토리"/>
                </a:rPr>
                <a:t>절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1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3.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예배를 위해 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기도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해요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.</a:t>
              </a:r>
            </a:p>
            <a:p>
              <a:pPr marL="0" marR="0" lvl="0" indent="0" algn="l" defTabSz="914400" rtl="0" eaLnBrk="1" fontAlgn="auto" latinLnBrk="1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4.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예배 전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, 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휴대폰 매너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를 </a:t>
              </a:r>
              <a:r>
                <a:rPr kumimoji="0" lang="ko-KR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지켜요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메이플스토리"/>
                  <a:ea typeface="메이플스토리"/>
                  <a:cs typeface="+mn-cs"/>
                </a:rPr>
                <a:t>.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메이플스토리"/>
                <a:ea typeface="메이플스토리"/>
                <a:cs typeface="+mn-cs"/>
              </a:endParaRPr>
            </a:p>
          </p:txBody>
        </p:sp>
      </p:grpSp>
      <p:sp>
        <p:nvSpPr>
          <p:cNvPr id="4" name="TextBox 1">
            <a:extLst>
              <a:ext uri="{FF2B5EF4-FFF2-40B4-BE49-F238E27FC236}">
                <a16:creationId xmlns:a16="http://schemas.microsoft.com/office/drawing/2014/main" id="{5BF25F18-1ECC-BB0C-6BBA-555EA71B4628}"/>
              </a:ext>
            </a:extLst>
          </p:cNvPr>
          <p:cNvSpPr txBox="1"/>
          <p:nvPr/>
        </p:nvSpPr>
        <p:spPr>
          <a:xfrm>
            <a:off x="6805749" y="55730"/>
            <a:ext cx="22729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50" normalizeH="0" baseline="0" noProof="0" dirty="0">
                <a:ln w="317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* ChatGPT</a:t>
            </a:r>
            <a:r>
              <a:rPr kumimoji="0" lang="ko-KR" altLang="en-US" sz="1600" b="0" i="0" u="none" strike="noStrike" kern="1200" cap="none" spc="-150" normalizeH="0" baseline="0" noProof="0" dirty="0">
                <a:ln w="317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가 그려준 그림</a:t>
            </a:r>
            <a:endParaRPr kumimoji="0" lang="en-US" altLang="ko-KR" sz="1600" b="0" i="0" u="none" strike="noStrike" kern="1200" cap="none" spc="-150" normalizeH="0" baseline="0" noProof="0" dirty="0">
              <a:ln w="317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72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/>
          <p:cNvSpPr/>
          <p:nvPr/>
        </p:nvSpPr>
        <p:spPr>
          <a:xfrm>
            <a:off x="2097029" y="2268249"/>
            <a:ext cx="69611" cy="696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42999" y="2043394"/>
            <a:ext cx="6858001" cy="468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-11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Regular"/>
                <a:ea typeface="CookieRun Regular"/>
                <a:cs typeface="+mn-cs"/>
              </a:rPr>
              <a:t>하나님께서 우리를 부르세요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81" y="2402587"/>
            <a:ext cx="4937638" cy="118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-11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예배의 부름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D1B780E-902F-F0F8-046E-E74CF374879A}"/>
              </a:ext>
            </a:extLst>
          </p:cNvPr>
          <p:cNvGrpSpPr/>
          <p:nvPr/>
        </p:nvGrpSpPr>
        <p:grpSpPr>
          <a:xfrm>
            <a:off x="-1" y="0"/>
            <a:ext cx="9144001" cy="5143500"/>
            <a:chOff x="-1" y="0"/>
            <a:chExt cx="9144001" cy="51435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7AA8A78-00FA-E92A-7125-3C69B88CDD7B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ADF89D-D395-1E82-7869-47B19FB39049}"/>
                </a:ext>
              </a:extLst>
            </p:cNvPr>
            <p:cNvSpPr/>
            <p:nvPr/>
          </p:nvSpPr>
          <p:spPr>
            <a:xfrm>
              <a:off x="-1" y="0"/>
              <a:ext cx="2823029" cy="663115"/>
            </a:xfrm>
            <a:prstGeom prst="rect">
              <a:avLst/>
            </a:prstGeom>
            <a:solidFill>
              <a:srgbClr val="FFC0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68672B-B1D2-BF3C-F93D-BDB1EBD6A071}"/>
                </a:ext>
              </a:extLst>
            </p:cNvPr>
            <p:cNvSpPr txBox="1"/>
            <p:nvPr/>
          </p:nvSpPr>
          <p:spPr>
            <a:xfrm>
              <a:off x="16929" y="55840"/>
              <a:ext cx="2806099" cy="57885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🙏 예배의 부름</a:t>
              </a:r>
              <a:endParaRPr kumimoji="0" lang="en-US" altLang="ko-KR" sz="2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C9575BD-B6E5-EA56-7ECB-32200C36EB3A}"/>
                </a:ext>
              </a:extLst>
            </p:cNvPr>
            <p:cNvSpPr/>
            <p:nvPr/>
          </p:nvSpPr>
          <p:spPr>
            <a:xfrm>
              <a:off x="0" y="4196489"/>
              <a:ext cx="1056619" cy="947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642629A-C3EE-9BDF-EDF2-774156F3EBB6}"/>
                </a:ext>
              </a:extLst>
            </p:cNvPr>
            <p:cNvSpPr/>
            <p:nvPr/>
          </p:nvSpPr>
          <p:spPr>
            <a:xfrm>
              <a:off x="8087381" y="4034971"/>
              <a:ext cx="1056619" cy="1108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A599C2DC-536C-9B1A-8ACA-0DAB35235C0B}"/>
              </a:ext>
            </a:extLst>
          </p:cNvPr>
          <p:cNvSpPr txBox="1"/>
          <p:nvPr/>
        </p:nvSpPr>
        <p:spPr>
          <a:xfrm>
            <a:off x="2876242" y="107981"/>
            <a:ext cx="2475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요한복음 </a:t>
            </a:r>
            <a:r>
              <a:rPr kumimoji="0" lang="en-US" altLang="ko-KR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15:4</a:t>
            </a:r>
          </a:p>
        </p:txBody>
      </p:sp>
      <p:sp>
        <p:nvSpPr>
          <p:cNvPr id="48" name="TextBox 1"/>
          <p:cNvSpPr txBox="1"/>
          <p:nvPr/>
        </p:nvSpPr>
        <p:spPr>
          <a:xfrm>
            <a:off x="244975" y="1039367"/>
            <a:ext cx="86540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안에 거하라 나도 너희 안에 거하리라</a:t>
            </a:r>
            <a:endParaRPr kumimoji="0" lang="en-US" altLang="ko-KR" sz="32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가지가 포도나무에 붙어 있지 아니하면</a:t>
            </a:r>
          </a:p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스스로 열매를 맺을 수 없음 같이</a:t>
            </a:r>
            <a:endParaRPr kumimoji="0" lang="en-US" altLang="ko-KR" sz="32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너희도 내 안에 있지 아니하면 그러하리라</a:t>
            </a:r>
            <a:endParaRPr kumimoji="0" lang="en-US" altLang="ko-KR" sz="32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E7B9A293-AD8F-D377-BCB0-4A4D865B0602}"/>
              </a:ext>
            </a:extLst>
          </p:cNvPr>
          <p:cNvSpPr txBox="1"/>
          <p:nvPr/>
        </p:nvSpPr>
        <p:spPr>
          <a:xfrm>
            <a:off x="489950" y="3278803"/>
            <a:ext cx="8164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srgbClr val="F36564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아멘</a:t>
            </a:r>
            <a:endParaRPr kumimoji="0" lang="ko-KR" altLang="en-US" sz="1800" b="0" i="1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1142999" y="2043394"/>
            <a:ext cx="6858001" cy="469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2500" spc="-113">
                <a:solidFill>
                  <a:prstClr val="white"/>
                </a:solidFill>
                <a:latin typeface="CookieRun Regular"/>
                <a:ea typeface="CookieRun Regular"/>
              </a:rPr>
              <a:t>우리의 믿음을 고백해요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81" y="2402587"/>
            <a:ext cx="4937638" cy="118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7200" spc="-113" dirty="0">
                <a:solidFill>
                  <a:prstClr val="white"/>
                </a:solidFill>
                <a:latin typeface="CookieRun Bold"/>
                <a:ea typeface="CookieRun Bold"/>
              </a:rPr>
              <a:t>신앙고백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2B6E-1B2D-B449-A8D2-CFBDA8C2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E627BF5A-54F8-9565-E23C-5FFEC0A0FF64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3FB80B1-15D7-1AA9-840F-1083FA9C8F41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C6AC8A9-C702-FAA1-3C82-EDE88157D833}"/>
                </a:ext>
              </a:extLst>
            </p:cNvPr>
            <p:cNvSpPr/>
            <p:nvPr/>
          </p:nvSpPr>
          <p:spPr>
            <a:xfrm>
              <a:off x="0" y="0"/>
              <a:ext cx="2358572" cy="663115"/>
            </a:xfrm>
            <a:prstGeom prst="rect">
              <a:avLst/>
            </a:prstGeom>
            <a:solidFill>
              <a:srgbClr val="FFC0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7C39BC-52E3-8FA3-263E-642FBD88F791}"/>
                </a:ext>
              </a:extLst>
            </p:cNvPr>
            <p:cNvSpPr txBox="1"/>
            <p:nvPr/>
          </p:nvSpPr>
          <p:spPr>
            <a:xfrm>
              <a:off x="16930" y="55840"/>
              <a:ext cx="2341642" cy="57885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🙏 사도신경</a:t>
              </a:r>
              <a:endParaRPr kumimoji="0" lang="en-US" altLang="ko-KR" sz="2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87F770E-93A4-9440-69B5-B2833CF52E9D}"/>
                </a:ext>
              </a:extLst>
            </p:cNvPr>
            <p:cNvSpPr/>
            <p:nvPr/>
          </p:nvSpPr>
          <p:spPr>
            <a:xfrm>
              <a:off x="0" y="4196489"/>
              <a:ext cx="1056619" cy="947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D4BCB71-39B3-B514-4F1B-F0552F7038C7}"/>
                </a:ext>
              </a:extLst>
            </p:cNvPr>
            <p:cNvSpPr/>
            <p:nvPr/>
          </p:nvSpPr>
          <p:spPr>
            <a:xfrm>
              <a:off x="8087381" y="4034971"/>
              <a:ext cx="1056619" cy="1108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E6AB2D-C726-0103-3A53-CAD2F58478AE}"/>
              </a:ext>
            </a:extLst>
          </p:cNvPr>
          <p:cNvSpPr txBox="1"/>
          <p:nvPr/>
        </p:nvSpPr>
        <p:spPr>
          <a:xfrm>
            <a:off x="618618" y="731056"/>
            <a:ext cx="79067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나는 전능하신 아버지 하나님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천지의 창조주를 믿습니다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나는 그의 유일하신 아들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</a:t>
            </a: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우리 주 예수 그리스도를 믿습니다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그는 성령으로 잉태되어 동정녀 마리아에게서 나시고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</a:t>
            </a:r>
          </a:p>
          <a:p>
            <a:pPr lvl="0" algn="ctr" defTabSz="457200" latinLnBrk="0">
              <a:defRPr/>
            </a:pPr>
            <a:r>
              <a:rPr lang="ko-KR" altLang="en-US" sz="2400" spc="-150" dirty="0" err="1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본디오</a:t>
            </a: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빌라도에게 고난을 받아 십자가에 못 박혀 죽으시고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장사된 지 사흘 만에 죽은 자 가운데서 다시 살아나셨으며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하늘에 오르시어 전능하신 아버지 하나님 우편에 앉아 계시다가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거기로부터 살아 있는 자와 죽은 자를 심판하러 오십니다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나는 성령을 믿으며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거룩한 공교회와 성도의 교제와   </a:t>
            </a:r>
          </a:p>
          <a:p>
            <a:pPr lvl="0" algn="ctr" defTabSz="457200" latinLnBrk="0">
              <a:defRPr/>
            </a:pPr>
            <a:r>
              <a:rPr lang="ko-KR" altLang="en-US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죄를 용서받는 것과 몸의 부활과 영생을 믿습니다</a:t>
            </a:r>
            <a:r>
              <a:rPr lang="en-US" altLang="ko-KR" sz="2400" spc="-15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  </a:t>
            </a:r>
            <a:r>
              <a:rPr lang="ko-KR" altLang="en-US" sz="2400" spc="-150" dirty="0">
                <a:solidFill>
                  <a:srgbClr val="F36564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아멘</a:t>
            </a:r>
            <a:endParaRPr lang="en-US" altLang="ko-KR" sz="2400" spc="-150" dirty="0">
              <a:solidFill>
                <a:srgbClr val="F36564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027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97B23-2569-C5AD-E13F-63A6837A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B29FBD69-AC2C-A0DD-05A7-261762DA87C7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0144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/>
          <p:cNvSpPr/>
          <p:nvPr/>
        </p:nvSpPr>
        <p:spPr>
          <a:xfrm>
            <a:off x="1682115" y="1852308"/>
            <a:ext cx="5760720" cy="1872234"/>
          </a:xfrm>
          <a:prstGeom prst="roundRect">
            <a:avLst>
              <a:gd name="adj" fmla="val 47835"/>
            </a:avLst>
          </a:prstGeom>
          <a:solidFill>
            <a:srgbClr val="22A3D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1142999" y="2033869"/>
            <a:ext cx="6858001" cy="469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2500" spc="-113">
                <a:solidFill>
                  <a:prstClr val="white"/>
                </a:solidFill>
                <a:latin typeface="CookieRun Regular"/>
                <a:ea typeface="CookieRun Regular"/>
              </a:rPr>
              <a:t>우리의 마음을 다하여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81" y="2402587"/>
            <a:ext cx="4937638" cy="118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7200" spc="-113" dirty="0">
                <a:solidFill>
                  <a:prstClr val="white"/>
                </a:solidFill>
                <a:latin typeface="CookieRun Bold"/>
                <a:ea typeface="CookieRun Bold"/>
              </a:rPr>
              <a:t>찬양해요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/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모서리가 둥근 직사각형 46">
            <a:extLst>
              <a:ext uri="{FF2B5EF4-FFF2-40B4-BE49-F238E27FC236}">
                <a16:creationId xmlns:a16="http://schemas.microsoft.com/office/drawing/2014/main" id="{C1482D08-6391-62DF-1B74-60D36DFF7F4F}"/>
              </a:ext>
            </a:extLst>
          </p:cNvPr>
          <p:cNvSpPr/>
          <p:nvPr/>
        </p:nvSpPr>
        <p:spPr>
          <a:xfrm>
            <a:off x="666916" y="1487831"/>
            <a:ext cx="7810169" cy="1560168"/>
          </a:xfrm>
          <a:prstGeom prst="roundRect">
            <a:avLst>
              <a:gd name="adj" fmla="val 16667"/>
            </a:avLst>
          </a:prstGeom>
          <a:solidFill>
            <a:srgbClr val="22A3D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2DC10-1617-913D-0667-EB26B11BC384}"/>
              </a:ext>
            </a:extLst>
          </p:cNvPr>
          <p:cNvSpPr txBox="1"/>
          <p:nvPr/>
        </p:nvSpPr>
        <p:spPr>
          <a:xfrm>
            <a:off x="166977" y="1569647"/>
            <a:ext cx="8786192" cy="1396536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8625" spc="-225" dirty="0">
                <a:solidFill>
                  <a:prstClr val="white"/>
                </a:solidFill>
                <a:latin typeface="CookieRun Bold"/>
                <a:ea typeface="CookieRun Bold"/>
              </a:rPr>
              <a:t>너와 나의 모습이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/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730" y="314325"/>
            <a:ext cx="8970541" cy="3393237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너와 나의 모습이 예수님 닮아</a:t>
            </a:r>
          </a:p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너와 나의 모습이 예수님 닮아</a:t>
            </a:r>
          </a:p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하루 이틀 매일매일 지날 때 마다</a:t>
            </a:r>
          </a:p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더 </a:t>
            </a:r>
            <a:r>
              <a:rPr lang="ko-KR" altLang="en-US" sz="5400" spc="-300" dirty="0" err="1">
                <a:solidFill>
                  <a:srgbClr val="22A3D2"/>
                </a:solidFill>
                <a:latin typeface="CookieRun Regular"/>
                <a:ea typeface="CookieRun Regular"/>
              </a:rPr>
              <a:t>닮아가길</a:t>
            </a: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 원해요</a:t>
            </a:r>
            <a:endParaRPr lang="en-US" altLang="ko-KR" sz="5400" spc="-300" dirty="0">
              <a:solidFill>
                <a:srgbClr val="22A3D2"/>
              </a:solidFill>
              <a:latin typeface="CookieRun Regular"/>
              <a:ea typeface="CookieRun Regula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CDE1-B975-8B64-5208-565FD501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4B184C34-613C-6AAF-27D7-B730023807DB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63C8C-6B5D-C590-2962-F6ACCED2B70D}"/>
              </a:ext>
            </a:extLst>
          </p:cNvPr>
          <p:cNvSpPr txBox="1"/>
          <p:nvPr/>
        </p:nvSpPr>
        <p:spPr>
          <a:xfrm>
            <a:off x="86730" y="1966638"/>
            <a:ext cx="8970541" cy="931024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en-US" altLang="ko-KR" sz="56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okieRun Regular"/>
                <a:ea typeface="CookieRun Regular"/>
              </a:rPr>
              <a:t>( </a:t>
            </a:r>
            <a:r>
              <a:rPr lang="ko-KR" altLang="en-US" sz="56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okieRun Regular"/>
                <a:ea typeface="CookieRun Regular"/>
              </a:rPr>
              <a:t>간 주 중 </a:t>
            </a:r>
            <a:r>
              <a:rPr lang="en-US" altLang="ko-KR" sz="56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okieRun Regular"/>
                <a:ea typeface="CookieRun Regular"/>
              </a:rPr>
              <a:t>… )</a:t>
            </a:r>
          </a:p>
        </p:txBody>
      </p:sp>
    </p:spTree>
    <p:extLst>
      <p:ext uri="{BB962C8B-B14F-4D97-AF65-F5344CB8AC3E}">
        <p14:creationId xmlns:p14="http://schemas.microsoft.com/office/powerpoint/2010/main" val="374013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02AF-068A-6734-B3CA-C38DB747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0EAF801A-9520-830D-213F-A372F0740A49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17D8CA-DDA8-3CBB-DA00-D471555BCEDD}"/>
              </a:ext>
            </a:extLst>
          </p:cNvPr>
          <p:cNvSpPr txBox="1"/>
          <p:nvPr/>
        </p:nvSpPr>
        <p:spPr>
          <a:xfrm>
            <a:off x="86730" y="314325"/>
            <a:ext cx="8970541" cy="3393237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   예수님 사랑이 </a:t>
            </a:r>
            <a:r>
              <a:rPr lang="ko-KR" altLang="en-US" sz="5400" spc="-300" dirty="0" err="1">
                <a:solidFill>
                  <a:srgbClr val="22A3D2"/>
                </a:solidFill>
                <a:latin typeface="CookieRun Regular"/>
                <a:ea typeface="CookieRun Regular"/>
              </a:rPr>
              <a:t>넘쳐넘쳐</a:t>
            </a:r>
            <a:endParaRPr lang="ko-KR" altLang="en-US" sz="5400" spc="-300" dirty="0">
              <a:solidFill>
                <a:srgbClr val="22A3D2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예수님 축복이 </a:t>
            </a:r>
            <a:r>
              <a:rPr lang="ko-KR" altLang="en-US" sz="5400" spc="-300" dirty="0" err="1">
                <a:solidFill>
                  <a:srgbClr val="22A3D2"/>
                </a:solidFill>
                <a:latin typeface="CookieRun Regular"/>
                <a:ea typeface="CookieRun Regular"/>
              </a:rPr>
              <a:t>흘러흘러</a:t>
            </a:r>
            <a:endParaRPr lang="ko-KR" altLang="en-US" sz="5400" spc="-300" dirty="0">
              <a:solidFill>
                <a:srgbClr val="22A3D2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예수님 은혜가 가득가득</a:t>
            </a:r>
          </a:p>
          <a:p>
            <a:pPr lvl="0" algn="ctr" defTabSz="685800">
              <a:defRPr/>
            </a:pPr>
            <a:r>
              <a:rPr lang="ko-KR" altLang="en-US" sz="5400" spc="-300" dirty="0">
                <a:solidFill>
                  <a:srgbClr val="22A3D2"/>
                </a:solidFill>
                <a:latin typeface="CookieRun Regular"/>
                <a:ea typeface="CookieRun Regular"/>
              </a:rPr>
              <a:t>당신과 함께하길 원해요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0A3CD49-2AF1-9F88-3637-81BBC976ACC6}"/>
              </a:ext>
            </a:extLst>
          </p:cNvPr>
          <p:cNvGrpSpPr/>
          <p:nvPr/>
        </p:nvGrpSpPr>
        <p:grpSpPr>
          <a:xfrm>
            <a:off x="320708" y="314325"/>
            <a:ext cx="1078171" cy="537799"/>
            <a:chOff x="111702" y="143277"/>
            <a:chExt cx="1078171" cy="537799"/>
          </a:xfrm>
        </p:grpSpPr>
        <p:sp>
          <p:nvSpPr>
            <p:cNvPr id="3" name="모서리가 둥근 직사각형 46">
              <a:extLst>
                <a:ext uri="{FF2B5EF4-FFF2-40B4-BE49-F238E27FC236}">
                  <a16:creationId xmlns:a16="http://schemas.microsoft.com/office/drawing/2014/main" id="{E3EC3CB5-07FB-2099-26AD-2C0ABF049C60}"/>
                </a:ext>
              </a:extLst>
            </p:cNvPr>
            <p:cNvSpPr/>
            <p:nvPr/>
          </p:nvSpPr>
          <p:spPr>
            <a:xfrm>
              <a:off x="111702" y="143277"/>
              <a:ext cx="1078171" cy="537799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defTabSz="685800">
                <a:defRPr/>
              </a:pPr>
              <a:endParaRPr lang="ko-KR" altLang="en-US" sz="135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C34DAB-1A51-D10A-1A35-E48B0EDF556A}"/>
                </a:ext>
              </a:extLst>
            </p:cNvPr>
            <p:cNvSpPr txBox="1"/>
            <p:nvPr/>
          </p:nvSpPr>
          <p:spPr>
            <a:xfrm>
              <a:off x="111702" y="162107"/>
              <a:ext cx="1075650" cy="500137"/>
            </a:xfrm>
            <a:prstGeom prst="rect">
              <a:avLst/>
            </a:prstGeom>
            <a:noFill/>
          </p:spPr>
          <p:txBody>
            <a:bodyPr vert="horz" wrap="square" lIns="68580" tIns="34290" rIns="68580" bIns="34290" anchor="t">
              <a:spAutoFit/>
            </a:bodyPr>
            <a:lstStyle/>
            <a:p>
              <a:pPr lvl="0" algn="ctr" defTabSz="685800">
                <a:defRPr/>
              </a:pPr>
              <a:r>
                <a:rPr lang="ko-KR" altLang="en-US" sz="2800" spc="-225" dirty="0">
                  <a:solidFill>
                    <a:schemeClr val="bg1"/>
                  </a:solidFill>
                  <a:latin typeface="CookieRun Bold"/>
                  <a:ea typeface="CookieRun Bold"/>
                </a:rPr>
                <a:t>마지막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29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F0BC-45F8-3A33-1E86-AA6D5BE9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AD8090B4-9C72-ACA9-420F-33912A3792CA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" name="모서리가 둥근 직사각형 46">
            <a:extLst>
              <a:ext uri="{FF2B5EF4-FFF2-40B4-BE49-F238E27FC236}">
                <a16:creationId xmlns:a16="http://schemas.microsoft.com/office/drawing/2014/main" id="{78E46957-9D75-79C6-73A8-5B6D51917EA1}"/>
              </a:ext>
            </a:extLst>
          </p:cNvPr>
          <p:cNvSpPr/>
          <p:nvPr/>
        </p:nvSpPr>
        <p:spPr>
          <a:xfrm>
            <a:off x="998493" y="793370"/>
            <a:ext cx="7147015" cy="2783937"/>
          </a:xfrm>
          <a:prstGeom prst="roundRect">
            <a:avLst>
              <a:gd name="adj" fmla="val 16667"/>
            </a:avLst>
          </a:prstGeom>
          <a:solidFill>
            <a:srgbClr val="FF9E2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D3D74-7714-8932-17B2-937C3F35B86C}"/>
              </a:ext>
            </a:extLst>
          </p:cNvPr>
          <p:cNvSpPr txBox="1"/>
          <p:nvPr/>
        </p:nvSpPr>
        <p:spPr>
          <a:xfrm>
            <a:off x="702561" y="826589"/>
            <a:ext cx="7738878" cy="2723823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8625" spc="-225" dirty="0">
                <a:solidFill>
                  <a:prstClr val="white"/>
                </a:solidFill>
                <a:latin typeface="CookieRun Bold"/>
                <a:ea typeface="CookieRun Bold"/>
              </a:rPr>
              <a:t>삶으로 믿음으로</a:t>
            </a:r>
            <a:endParaRPr lang="en-US" altLang="ko-KR" sz="8625" spc="-225" dirty="0">
              <a:solidFill>
                <a:prstClr val="white"/>
              </a:solidFill>
              <a:latin typeface="CookieRun Bold"/>
              <a:ea typeface="CookieRun Bold"/>
            </a:endParaRPr>
          </a:p>
          <a:p>
            <a:pPr lvl="0" algn="ctr" defTabSz="685800">
              <a:defRPr/>
            </a:pPr>
            <a:r>
              <a:rPr lang="ko-KR" altLang="en-US" sz="8625" spc="-225" dirty="0">
                <a:solidFill>
                  <a:prstClr val="white"/>
                </a:solidFill>
                <a:latin typeface="CookieRun Bold"/>
                <a:ea typeface="CookieRun Bold"/>
              </a:rPr>
              <a:t>보여줘요</a:t>
            </a:r>
            <a:endParaRPr kumimoji="0" lang="ko-KR" altLang="en-US" sz="8625" b="0" i="0" u="none" strike="noStrike" kern="1200" cap="none" spc="-2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okieRun Bold"/>
              <a:ea typeface="CookieRun Bol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79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0D85-2AFB-A54C-82FF-83E53C4D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53A72EF1-C134-4F1C-8116-90CC46731BB0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8D42D1-DB2E-24AF-0E1B-D5786D19F080}"/>
              </a:ext>
            </a:extLst>
          </p:cNvPr>
          <p:cNvSpPr txBox="1"/>
          <p:nvPr/>
        </p:nvSpPr>
        <p:spPr>
          <a:xfrm>
            <a:off x="43365" y="314325"/>
            <a:ext cx="9057270" cy="3762568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나는 믿네 주 하나님</a:t>
            </a:r>
            <a:endParaRPr lang="en-US" altLang="ko-KR" sz="6000" spc="-300" dirty="0">
              <a:solidFill>
                <a:srgbClr val="FF9E28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날 사랑하심</a:t>
            </a: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나는 믿네 주 예수님</a:t>
            </a:r>
            <a:endParaRPr lang="en-US" altLang="ko-KR" sz="6000" spc="-300" dirty="0">
              <a:solidFill>
                <a:srgbClr val="FF9E28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내 주인 되심</a:t>
            </a:r>
          </a:p>
        </p:txBody>
      </p:sp>
    </p:spTree>
    <p:extLst>
      <p:ext uri="{BB962C8B-B14F-4D97-AF65-F5344CB8AC3E}">
        <p14:creationId xmlns:p14="http://schemas.microsoft.com/office/powerpoint/2010/main" val="117209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162A-0C38-A717-9A5A-ED0A1774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FABF59F7-6483-5D34-C924-B827B4A06298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49584-6489-A553-7ADE-FD6A98F8B98F}"/>
              </a:ext>
            </a:extLst>
          </p:cNvPr>
          <p:cNvSpPr txBox="1"/>
          <p:nvPr/>
        </p:nvSpPr>
        <p:spPr>
          <a:xfrm>
            <a:off x="86730" y="1966638"/>
            <a:ext cx="8970541" cy="931024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en-US" altLang="ko-KR" sz="56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okieRun Regular"/>
                <a:ea typeface="CookieRun Regular"/>
              </a:rPr>
              <a:t>( </a:t>
            </a:r>
            <a:r>
              <a:rPr lang="ko-KR" altLang="en-US" sz="56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okieRun Regular"/>
                <a:ea typeface="CookieRun Regular"/>
              </a:rPr>
              <a:t>간 주 중 </a:t>
            </a:r>
            <a:r>
              <a:rPr lang="en-US" altLang="ko-KR" sz="56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CookieRun Regular"/>
                <a:ea typeface="CookieRun Regular"/>
              </a:rPr>
              <a:t>… )</a:t>
            </a:r>
          </a:p>
        </p:txBody>
      </p:sp>
    </p:spTree>
    <p:extLst>
      <p:ext uri="{BB962C8B-B14F-4D97-AF65-F5344CB8AC3E}">
        <p14:creationId xmlns:p14="http://schemas.microsoft.com/office/powerpoint/2010/main" val="169091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5119-25A5-F014-2E91-CF8DC02B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2E2CC6DD-A1B1-68FD-3C76-AFDCDCB9A0F7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992505-D1FF-E668-5E90-8D8D05025509}"/>
              </a:ext>
            </a:extLst>
          </p:cNvPr>
          <p:cNvSpPr txBox="1"/>
          <p:nvPr/>
        </p:nvSpPr>
        <p:spPr>
          <a:xfrm>
            <a:off x="86730" y="314325"/>
            <a:ext cx="8970541" cy="3762568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   내 삶으로 내 믿음으로</a:t>
            </a:r>
            <a:endParaRPr lang="en-US" altLang="ko-KR" sz="6000" spc="-300" dirty="0">
              <a:solidFill>
                <a:srgbClr val="FF9E28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보게 해 주리</a:t>
            </a: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드러내리 보여주리</a:t>
            </a:r>
            <a:endParaRPr lang="en-US" altLang="ko-KR" sz="6000" spc="-300" dirty="0">
              <a:solidFill>
                <a:srgbClr val="FF9E28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나의 참 믿음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8CD4381-8E53-AC43-14D5-8474FF488E0B}"/>
              </a:ext>
            </a:extLst>
          </p:cNvPr>
          <p:cNvGrpSpPr/>
          <p:nvPr/>
        </p:nvGrpSpPr>
        <p:grpSpPr>
          <a:xfrm>
            <a:off x="320708" y="314325"/>
            <a:ext cx="1078171" cy="537799"/>
            <a:chOff x="111702" y="143277"/>
            <a:chExt cx="1078171" cy="537799"/>
          </a:xfrm>
        </p:grpSpPr>
        <p:sp>
          <p:nvSpPr>
            <p:cNvPr id="3" name="모서리가 둥근 직사각형 46">
              <a:extLst>
                <a:ext uri="{FF2B5EF4-FFF2-40B4-BE49-F238E27FC236}">
                  <a16:creationId xmlns:a16="http://schemas.microsoft.com/office/drawing/2014/main" id="{D158D3AE-DA2C-D4A2-5971-5B94F0134131}"/>
                </a:ext>
              </a:extLst>
            </p:cNvPr>
            <p:cNvSpPr/>
            <p:nvPr/>
          </p:nvSpPr>
          <p:spPr>
            <a:xfrm>
              <a:off x="111702" y="143277"/>
              <a:ext cx="1078171" cy="537799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defTabSz="685800">
                <a:defRPr/>
              </a:pPr>
              <a:endParaRPr lang="ko-KR" altLang="en-US" sz="135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431F63-82AB-5476-F094-868C9913E496}"/>
                </a:ext>
              </a:extLst>
            </p:cNvPr>
            <p:cNvSpPr txBox="1"/>
            <p:nvPr/>
          </p:nvSpPr>
          <p:spPr>
            <a:xfrm>
              <a:off x="111702" y="162107"/>
              <a:ext cx="1075650" cy="500137"/>
            </a:xfrm>
            <a:prstGeom prst="rect">
              <a:avLst/>
            </a:prstGeom>
            <a:noFill/>
          </p:spPr>
          <p:txBody>
            <a:bodyPr vert="horz" wrap="square" lIns="68580" tIns="34290" rIns="68580" bIns="34290" anchor="t">
              <a:spAutoFit/>
            </a:bodyPr>
            <a:lstStyle/>
            <a:p>
              <a:pPr lvl="0" algn="ctr" defTabSz="685800">
                <a:defRPr/>
              </a:pPr>
              <a:r>
                <a:rPr lang="ko-KR" altLang="en-US" sz="2800" spc="-225" dirty="0">
                  <a:solidFill>
                    <a:schemeClr val="bg1"/>
                  </a:solidFill>
                  <a:latin typeface="CookieRun Bold"/>
                  <a:ea typeface="CookieRun Bold"/>
                </a:rPr>
                <a:t>마지막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31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85B22-75F7-D830-448A-816352EC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274A50CB-60C2-8EE0-9E15-3EE83A0B3000}"/>
              </a:ext>
            </a:extLst>
          </p:cNvPr>
          <p:cNvSpPr/>
          <p:nvPr/>
        </p:nvSpPr>
        <p:spPr>
          <a:xfrm>
            <a:off x="1682115" y="1852308"/>
            <a:ext cx="5760720" cy="1872234"/>
          </a:xfrm>
          <a:prstGeom prst="roundRect">
            <a:avLst>
              <a:gd name="adj" fmla="val 47835"/>
            </a:avLst>
          </a:prstGeom>
          <a:solidFill>
            <a:srgbClr val="F3656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4CF251-8953-9978-EFB1-33ABD915AADB}"/>
              </a:ext>
            </a:extLst>
          </p:cNvPr>
          <p:cNvSpPr txBox="1"/>
          <p:nvPr/>
        </p:nvSpPr>
        <p:spPr>
          <a:xfrm>
            <a:off x="1142999" y="1903858"/>
            <a:ext cx="685800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0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기   도</a:t>
            </a:r>
          </a:p>
        </p:txBody>
      </p:sp>
    </p:spTree>
    <p:extLst>
      <p:ext uri="{BB962C8B-B14F-4D97-AF65-F5344CB8AC3E}">
        <p14:creationId xmlns:p14="http://schemas.microsoft.com/office/powerpoint/2010/main" val="72613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0FFF9-EBD5-1F81-F006-119044AB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E12A84C1-405B-77DF-737A-0DF9343210FC}"/>
              </a:ext>
            </a:extLst>
          </p:cNvPr>
          <p:cNvSpPr/>
          <p:nvPr/>
        </p:nvSpPr>
        <p:spPr>
          <a:xfrm>
            <a:off x="1682115" y="1852308"/>
            <a:ext cx="5760720" cy="1872234"/>
          </a:xfrm>
          <a:prstGeom prst="roundRect">
            <a:avLst>
              <a:gd name="adj" fmla="val 47835"/>
            </a:avLst>
          </a:prstGeom>
          <a:solidFill>
            <a:srgbClr val="F3656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BEF457-98D5-D86B-5FE5-397A5ECF1598}"/>
              </a:ext>
            </a:extLst>
          </p:cNvPr>
          <p:cNvSpPr txBox="1"/>
          <p:nvPr/>
        </p:nvSpPr>
        <p:spPr>
          <a:xfrm>
            <a:off x="1142999" y="1985134"/>
            <a:ext cx="68580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대표기도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5AA394-2E6C-AA01-B457-1A25F85290B5}"/>
              </a:ext>
            </a:extLst>
          </p:cNvPr>
          <p:cNvSpPr txBox="1"/>
          <p:nvPr/>
        </p:nvSpPr>
        <p:spPr>
          <a:xfrm>
            <a:off x="3013858" y="3066175"/>
            <a:ext cx="3097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13" dirty="0" err="1">
                <a:solidFill>
                  <a:prstClr val="white"/>
                </a:solidFill>
                <a:latin typeface="CookieRun Regular"/>
                <a:ea typeface="CookieRun Regular"/>
              </a:rPr>
              <a:t>정은채</a:t>
            </a:r>
            <a:r>
              <a:rPr kumimoji="0" lang="ko-KR" altLang="en-US" sz="2800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Regular"/>
                <a:ea typeface="CookieRun Regular"/>
                <a:cs typeface="+mn-cs"/>
              </a:rPr>
              <a:t> 어린이</a:t>
            </a:r>
            <a:endParaRPr kumimoji="0" lang="en-US" altLang="ko-KR" sz="2800" b="0" i="0" u="none" strike="noStrike" kern="1200" cap="none" spc="-113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okieRun Regular"/>
              <a:ea typeface="CookieRun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77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1162-4742-E46B-E516-B662850E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27438B42-00E4-1977-2365-EA3DA2878E0B}"/>
              </a:ext>
            </a:extLst>
          </p:cNvPr>
          <p:cNvGrpSpPr/>
          <p:nvPr/>
        </p:nvGrpSpPr>
        <p:grpSpPr>
          <a:xfrm>
            <a:off x="-1" y="0"/>
            <a:ext cx="9144001" cy="5143500"/>
            <a:chOff x="-1" y="0"/>
            <a:chExt cx="9144001" cy="51435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D987B5C-01D7-562C-83F2-DCA6B842E620}"/>
                </a:ext>
              </a:extLst>
            </p:cNvPr>
            <p:cNvSpPr/>
            <p:nvPr/>
          </p:nvSpPr>
          <p:spPr>
            <a:xfrm>
              <a:off x="-1" y="0"/>
              <a:ext cx="9144001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F9EAAED-3040-193F-C59A-8BC2A2E43016}"/>
                </a:ext>
              </a:extLst>
            </p:cNvPr>
            <p:cNvSpPr/>
            <p:nvPr/>
          </p:nvSpPr>
          <p:spPr>
            <a:xfrm>
              <a:off x="-1" y="0"/>
              <a:ext cx="9144001" cy="663115"/>
            </a:xfrm>
            <a:prstGeom prst="rect">
              <a:avLst/>
            </a:prstGeom>
            <a:solidFill>
              <a:srgbClr val="00A8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3FE961-79F7-F097-061B-B0546F837FA1}"/>
                </a:ext>
              </a:extLst>
            </p:cNvPr>
            <p:cNvSpPr txBox="1"/>
            <p:nvPr/>
          </p:nvSpPr>
          <p:spPr>
            <a:xfrm>
              <a:off x="16929" y="55840"/>
              <a:ext cx="6083723" cy="578856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🙏 오늘의 말씀</a:t>
              </a:r>
              <a:endParaRPr kumimoji="0" lang="en-US" altLang="ko-KR" sz="28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1331ED4-CF8B-62A8-5564-C2D2977E3072}"/>
                </a:ext>
              </a:extLst>
            </p:cNvPr>
            <p:cNvSpPr/>
            <p:nvPr/>
          </p:nvSpPr>
          <p:spPr>
            <a:xfrm>
              <a:off x="0" y="4196489"/>
              <a:ext cx="1056619" cy="947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2664CD8-6843-261B-BA62-6842624C0889}"/>
                </a:ext>
              </a:extLst>
            </p:cNvPr>
            <p:cNvSpPr/>
            <p:nvPr/>
          </p:nvSpPr>
          <p:spPr>
            <a:xfrm>
              <a:off x="8087381" y="4136572"/>
              <a:ext cx="1056619" cy="1006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615781F-74C3-A8B3-AA3D-7B3FD6039BE2}"/>
              </a:ext>
            </a:extLst>
          </p:cNvPr>
          <p:cNvSpPr txBox="1"/>
          <p:nvPr/>
        </p:nvSpPr>
        <p:spPr>
          <a:xfrm>
            <a:off x="1530139" y="1215591"/>
            <a:ext cx="6083723" cy="17511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800" spc="-150" dirty="0" err="1">
                <a:solidFill>
                  <a:srgbClr val="22A3D2"/>
                </a:solidFill>
                <a:latin typeface="페이퍼로지 8 ExtraBold" pitchFamily="2" charset="-127"/>
                <a:ea typeface="페이퍼로지 8 ExtraBold" pitchFamily="2" charset="-127"/>
              </a:rPr>
              <a:t>열왕기하</a:t>
            </a:r>
            <a:endParaRPr lang="en-US" altLang="ko-KR" sz="4800" spc="-150" dirty="0">
              <a:solidFill>
                <a:srgbClr val="22A3D2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spc="-150" dirty="0">
                <a:latin typeface="페이퍼로지 8 ExtraBold" pitchFamily="2" charset="-127"/>
                <a:ea typeface="페이퍼로지 8 ExtraBold" pitchFamily="2" charset="-127"/>
              </a:rPr>
              <a:t>23</a:t>
            </a:r>
            <a:r>
              <a:rPr kumimoji="0" lang="ko-KR" altLang="en-US" sz="4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장 </a:t>
            </a:r>
            <a:r>
              <a:rPr kumimoji="0" lang="en-US" altLang="ko-KR" sz="4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2~3</a:t>
            </a:r>
            <a:r>
              <a:rPr kumimoji="0" lang="ko-KR" altLang="en-US" sz="4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절</a:t>
            </a:r>
            <a:endParaRPr kumimoji="0" lang="en-US" altLang="ko-KR" sz="4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E3792-3B1A-5130-C865-7961AD76153B}"/>
              </a:ext>
            </a:extLst>
          </p:cNvPr>
          <p:cNvSpPr txBox="1"/>
          <p:nvPr/>
        </p:nvSpPr>
        <p:spPr>
          <a:xfrm>
            <a:off x="947950" y="2885220"/>
            <a:ext cx="7248101" cy="100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(</a:t>
            </a:r>
            <a:r>
              <a:rPr kumimoji="0" lang="ko-KR" altLang="en-US" sz="36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성경책에서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</a:t>
            </a:r>
            <a:r>
              <a:rPr kumimoji="0" lang="ko-KR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2A3D2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‘</a:t>
            </a:r>
            <a:r>
              <a:rPr kumimoji="0" lang="ko-KR" alt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srgbClr val="22A3D2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왕하’</a:t>
            </a: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을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찾아요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7621790"/>
      </p:ext>
    </p:extLst>
  </p:cSld>
  <p:clrMapOvr>
    <a:masterClrMapping/>
  </p:clrMapOvr>
  <p:transition spd="slow">
    <p:push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9D91-F62B-0B63-87D6-09295CD6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0357BC18-DE51-C6B4-8CD0-7114D50E1234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565DEEC-D419-5CD1-FBEA-22618ED422D1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5D1B300-D56B-3FB8-F25D-112A9A926386}"/>
                </a:ext>
              </a:extLst>
            </p:cNvPr>
            <p:cNvSpPr/>
            <p:nvPr/>
          </p:nvSpPr>
          <p:spPr>
            <a:xfrm>
              <a:off x="0" y="0"/>
              <a:ext cx="9144000" cy="663115"/>
            </a:xfrm>
            <a:prstGeom prst="rect">
              <a:avLst/>
            </a:prstGeom>
            <a:solidFill>
              <a:srgbClr val="00A8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EF0BF7-3509-B07C-979B-DDB4831D8D69}"/>
                </a:ext>
              </a:extLst>
            </p:cNvPr>
            <p:cNvSpPr txBox="1"/>
            <p:nvPr/>
          </p:nvSpPr>
          <p:spPr>
            <a:xfrm>
              <a:off x="16929" y="55840"/>
              <a:ext cx="6083723" cy="578856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🙏 </a:t>
              </a:r>
              <a:r>
                <a:rPr kumimoji="0" lang="ko-KR" altLang="en-US" sz="3200" b="0" i="0" u="none" strike="noStrike" kern="1200" cap="none" spc="-15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열왕기하</a:t>
              </a: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 </a:t>
              </a:r>
              <a:r>
                <a:rPr kumimoji="0" lang="en-US" altLang="ko-KR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23:2~3</a:t>
              </a:r>
              <a:endParaRPr kumimoji="0" lang="en-US" altLang="ko-KR" sz="28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873A9F5-AE86-DF3A-9BFB-B99321611BA9}"/>
                </a:ext>
              </a:extLst>
            </p:cNvPr>
            <p:cNvSpPr/>
            <p:nvPr/>
          </p:nvSpPr>
          <p:spPr>
            <a:xfrm>
              <a:off x="0" y="4196489"/>
              <a:ext cx="1056619" cy="947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D62F6E5-48C4-A029-4486-572D72660FD6}"/>
                </a:ext>
              </a:extLst>
            </p:cNvPr>
            <p:cNvSpPr/>
            <p:nvPr/>
          </p:nvSpPr>
          <p:spPr>
            <a:xfrm>
              <a:off x="8087381" y="4136572"/>
              <a:ext cx="1056619" cy="1006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58C6CC3-58A0-DF85-0652-F7A0A73B08C6}"/>
              </a:ext>
            </a:extLst>
          </p:cNvPr>
          <p:cNvSpPr txBox="1"/>
          <p:nvPr/>
        </p:nvSpPr>
        <p:spPr>
          <a:xfrm>
            <a:off x="154655" y="767341"/>
            <a:ext cx="88346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ko-KR" altLang="en-US" sz="4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이에 왕이 여호와의 성전에 </a:t>
            </a:r>
            <a:r>
              <a:rPr kumimoji="0" lang="ko-KR" altLang="en-US" sz="40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올라가매</a:t>
            </a:r>
            <a:r>
              <a:rPr kumimoji="0" lang="ko-KR" altLang="en-US" sz="4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유다 모든 사람과 예루살렘 주민과 제사장들과 선지자들과 모든 백성이 노소를 막론하고 다 왕과 함께 한지라 왕이 여호와의 성전 안에서 발견한 언약책의 모든 말씀을 읽어 무리의 귀에 들리고</a:t>
            </a:r>
            <a:endParaRPr kumimoji="0" lang="en-US" altLang="ko-KR" sz="4000" b="0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372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F9C9-2457-C834-85CF-8561C8F6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9710D3E5-6691-1A6D-BFFA-824790557A07}"/>
              </a:ext>
            </a:extLst>
          </p:cNvPr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B63A385-AB37-AB68-8D3D-F13B771557D3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A881147-02D7-203F-D91C-8B4D8CB47A26}"/>
                </a:ext>
              </a:extLst>
            </p:cNvPr>
            <p:cNvSpPr/>
            <p:nvPr/>
          </p:nvSpPr>
          <p:spPr>
            <a:xfrm>
              <a:off x="0" y="0"/>
              <a:ext cx="9144000" cy="663115"/>
            </a:xfrm>
            <a:prstGeom prst="rect">
              <a:avLst/>
            </a:prstGeom>
            <a:solidFill>
              <a:srgbClr val="00A8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6BB6E8-108C-A740-8AE4-D3C431F84665}"/>
                </a:ext>
              </a:extLst>
            </p:cNvPr>
            <p:cNvSpPr txBox="1"/>
            <p:nvPr/>
          </p:nvSpPr>
          <p:spPr>
            <a:xfrm>
              <a:off x="16929" y="55840"/>
              <a:ext cx="6083723" cy="578856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🙏 </a:t>
              </a:r>
              <a:r>
                <a:rPr kumimoji="0" lang="ko-KR" altLang="en-US" sz="3200" b="0" i="0" u="none" strike="noStrike" kern="1200" cap="none" spc="-15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열왕기하</a:t>
              </a:r>
              <a:r>
                <a:rPr kumimoji="0" lang="ko-KR" altLang="en-US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 </a:t>
              </a:r>
              <a:r>
                <a:rPr kumimoji="0" lang="en-US" altLang="ko-KR" sz="3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23:2~3</a:t>
              </a:r>
              <a:endParaRPr kumimoji="0" lang="en-US" altLang="ko-KR" sz="28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CB3BCD-D23B-949E-CAB6-79ED4E4B67ED}"/>
                </a:ext>
              </a:extLst>
            </p:cNvPr>
            <p:cNvSpPr/>
            <p:nvPr/>
          </p:nvSpPr>
          <p:spPr>
            <a:xfrm>
              <a:off x="0" y="4196489"/>
              <a:ext cx="1056619" cy="947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8AFAC3F-0085-8C9C-E5FC-86158FCE6FED}"/>
                </a:ext>
              </a:extLst>
            </p:cNvPr>
            <p:cNvSpPr/>
            <p:nvPr/>
          </p:nvSpPr>
          <p:spPr>
            <a:xfrm>
              <a:off x="8087381" y="4136572"/>
              <a:ext cx="1056619" cy="1006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1D0E14-243A-40D2-B0C5-9C183ECFB7AD}"/>
              </a:ext>
            </a:extLst>
          </p:cNvPr>
          <p:cNvSpPr txBox="1"/>
          <p:nvPr/>
        </p:nvSpPr>
        <p:spPr>
          <a:xfrm>
            <a:off x="154655" y="767341"/>
            <a:ext cx="883469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0" indent="-742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ko-KR" altLang="en-US" sz="4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왕이 단 위에 서서 여호와 앞에서 언약을 세우되 마음을 다하고 뜻을 다하여 여호와께 순종하고 그의 계명과 법도와 율례를 지켜 이 책에 기록된 이 언약의 말씀을 이루게 하리라 </a:t>
            </a:r>
            <a:r>
              <a:rPr kumimoji="0" lang="ko-KR" altLang="en-US" sz="40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하매</a:t>
            </a:r>
            <a:r>
              <a:rPr kumimoji="0" lang="ko-KR" altLang="en-US" sz="4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백성이 다 그 언약을 </a:t>
            </a:r>
            <a:r>
              <a:rPr kumimoji="0" lang="ko-KR" altLang="en-US" sz="40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따르기로</a:t>
            </a:r>
            <a:r>
              <a:rPr kumimoji="0" lang="ko-KR" altLang="en-US" sz="4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kumimoji="0" lang="ko-KR" altLang="en-US" sz="40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하니라</a:t>
            </a:r>
            <a:endParaRPr kumimoji="0" lang="en-US" altLang="ko-KR" sz="4000" b="0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97060-A265-829C-1A10-E7A40A7B51BE}"/>
              </a:ext>
            </a:extLst>
          </p:cNvPr>
          <p:cNvSpPr txBox="1"/>
          <p:nvPr/>
        </p:nvSpPr>
        <p:spPr>
          <a:xfrm>
            <a:off x="7932726" y="3873323"/>
            <a:ext cx="10566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50" normalizeH="0" baseline="0" noProof="0" dirty="0">
                <a:ln>
                  <a:noFill/>
                </a:ln>
                <a:solidFill>
                  <a:srgbClr val="22A3D2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아멘</a:t>
            </a:r>
          </a:p>
        </p:txBody>
      </p:sp>
    </p:spTree>
    <p:extLst>
      <p:ext uri="{BB962C8B-B14F-4D97-AF65-F5344CB8AC3E}">
        <p14:creationId xmlns:p14="http://schemas.microsoft.com/office/powerpoint/2010/main" val="16674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/>
          <p:cNvSpPr/>
          <p:nvPr/>
        </p:nvSpPr>
        <p:spPr>
          <a:xfrm>
            <a:off x="1682115" y="1852308"/>
            <a:ext cx="5760720" cy="1872234"/>
          </a:xfrm>
          <a:prstGeom prst="roundRect">
            <a:avLst>
              <a:gd name="adj" fmla="val 47835"/>
            </a:avLst>
          </a:prstGeom>
          <a:solidFill>
            <a:srgbClr val="FF9E2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42999" y="2033869"/>
            <a:ext cx="6858001" cy="469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-11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Regular"/>
                <a:ea typeface="CookieRun Regular"/>
                <a:cs typeface="+mn-cs"/>
              </a:rPr>
              <a:t>할렐루야 찬양해요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81" y="2402587"/>
            <a:ext cx="4937638" cy="1186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-11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찬양대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1123-517F-E9AB-4320-8EDACA80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2E9D9CE-4848-1558-71E5-008DCE2127B2}"/>
              </a:ext>
            </a:extLst>
          </p:cNvPr>
          <p:cNvGrpSpPr/>
          <p:nvPr/>
        </p:nvGrpSpPr>
        <p:grpSpPr>
          <a:xfrm>
            <a:off x="0" y="0"/>
            <a:ext cx="9144000" cy="1493753"/>
            <a:chOff x="0" y="0"/>
            <a:chExt cx="9144000" cy="149375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7BE09AD-BD78-A99F-C097-F88032A92EDA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B3EE971-AB7C-1F44-E933-469DA41FC70D}"/>
                </a:ext>
              </a:extLst>
            </p:cNvPr>
            <p:cNvSpPr/>
            <p:nvPr/>
          </p:nvSpPr>
          <p:spPr>
            <a:xfrm>
              <a:off x="0" y="0"/>
              <a:ext cx="9144000" cy="663115"/>
            </a:xfrm>
            <a:prstGeom prst="rect">
              <a:avLst/>
            </a:prstGeom>
            <a:solidFill>
              <a:srgbClr val="FF9E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4DC5D19-C34B-F0C5-7F0D-F4269C8C7CFA}"/>
              </a:ext>
            </a:extLst>
          </p:cNvPr>
          <p:cNvSpPr txBox="1"/>
          <p:nvPr/>
        </p:nvSpPr>
        <p:spPr>
          <a:xfrm>
            <a:off x="16929" y="69800"/>
            <a:ext cx="7765941" cy="578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✅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오늘의 말씀 </a:t>
            </a:r>
            <a:endParaRPr kumimoji="0" lang="en-US" altLang="ko-KR" sz="28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428DB-1616-1A75-1E24-6C2C058D184C}"/>
              </a:ext>
            </a:extLst>
          </p:cNvPr>
          <p:cNvSpPr txBox="1"/>
          <p:nvPr/>
        </p:nvSpPr>
        <p:spPr>
          <a:xfrm>
            <a:off x="0" y="1366104"/>
            <a:ext cx="9144000" cy="22728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8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-300" normalizeH="0" baseline="0" noProof="0" dirty="0">
                <a:ln>
                  <a:noFill/>
                </a:ln>
                <a:solidFill>
                  <a:srgbClr val="FF9E28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진정한 개혁의 시작</a:t>
            </a:r>
            <a:endParaRPr kumimoji="0" lang="en-US" altLang="ko-KR" sz="7200" b="0" i="0" u="none" strike="noStrike" kern="1200" cap="none" spc="-300" normalizeH="0" baseline="0" noProof="0" dirty="0">
              <a:ln>
                <a:noFill/>
              </a:ln>
              <a:solidFill>
                <a:srgbClr val="FF9E28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01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/>
          <p:cNvSpPr/>
          <p:nvPr/>
        </p:nvSpPr>
        <p:spPr>
          <a:xfrm>
            <a:off x="2097029" y="2268249"/>
            <a:ext cx="69611" cy="696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" name="모서리가 둥근 직사각형 47">
            <a:extLst>
              <a:ext uri="{FF2B5EF4-FFF2-40B4-BE49-F238E27FC236}">
                <a16:creationId xmlns:a16="http://schemas.microsoft.com/office/drawing/2014/main" id="{14D7C4C2-13CA-0966-89DD-A4F312E2F241}"/>
              </a:ext>
            </a:extLst>
          </p:cNvPr>
          <p:cNvSpPr/>
          <p:nvPr/>
        </p:nvSpPr>
        <p:spPr>
          <a:xfrm>
            <a:off x="1682113" y="1842446"/>
            <a:ext cx="5760720" cy="1872234"/>
          </a:xfrm>
          <a:prstGeom prst="roundRect">
            <a:avLst>
              <a:gd name="adj" fmla="val 47835"/>
            </a:avLst>
          </a:prstGeom>
          <a:solidFill>
            <a:srgbClr val="FF9E2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2EFF3B5-338A-7754-6D6A-47A1A9F3CD6F}"/>
              </a:ext>
            </a:extLst>
          </p:cNvPr>
          <p:cNvGrpSpPr/>
          <p:nvPr/>
        </p:nvGrpSpPr>
        <p:grpSpPr>
          <a:xfrm>
            <a:off x="1142999" y="2043394"/>
            <a:ext cx="6858001" cy="1545626"/>
            <a:chOff x="1142999" y="2043394"/>
            <a:chExt cx="6858001" cy="1545626"/>
          </a:xfrm>
        </p:grpSpPr>
        <p:sp>
          <p:nvSpPr>
            <p:cNvPr id="46" name="TextBox 45"/>
            <p:cNvSpPr txBox="1"/>
            <p:nvPr/>
          </p:nvSpPr>
          <p:spPr>
            <a:xfrm>
              <a:off x="1142999" y="2043394"/>
              <a:ext cx="6858001" cy="469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defTabSz="685800">
                <a:defRPr/>
              </a:pPr>
              <a:r>
                <a:rPr lang="ko-KR" altLang="en-US" sz="2500" spc="-113" dirty="0">
                  <a:solidFill>
                    <a:prstClr val="white"/>
                  </a:solidFill>
                  <a:latin typeface="CookieRun Regular"/>
                  <a:ea typeface="CookieRun Regular"/>
                </a:rPr>
                <a:t>마음과 정성을 다해 드리는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103181" y="2402587"/>
              <a:ext cx="4937638" cy="11864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defTabSz="685800">
                <a:defRPr/>
              </a:pPr>
              <a:r>
                <a:rPr lang="ko-KR" altLang="en-US" sz="7200" spc="-113" dirty="0">
                  <a:solidFill>
                    <a:prstClr val="white"/>
                  </a:solidFill>
                  <a:latin typeface="CookieRun Bold"/>
                  <a:ea typeface="CookieRun Bold"/>
                </a:rPr>
                <a:t>봉  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/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730" y="333524"/>
            <a:ext cx="8970541" cy="2839239"/>
          </a:xfrm>
          <a:prstGeom prst="rect">
            <a:avLst/>
          </a:prstGeom>
          <a:noFill/>
        </p:spPr>
        <p:txBody>
          <a:bodyPr vert="horz" wrap="square" lIns="68580" tIns="34290" rIns="68580" bIns="34290" anchor="t">
            <a:spAutoFit/>
          </a:bodyPr>
          <a:lstStyle/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주를 예배하는 삶</a:t>
            </a:r>
            <a:endParaRPr lang="en-US" altLang="ko-KR" sz="6000" spc="-300" dirty="0">
              <a:solidFill>
                <a:srgbClr val="FF9E28"/>
              </a:solidFill>
              <a:latin typeface="CookieRun Regular"/>
              <a:ea typeface="CookieRun Regular"/>
            </a:endParaRP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주를 기뻐하는 삶</a:t>
            </a:r>
          </a:p>
          <a:p>
            <a:pPr lvl="0" algn="ctr" defTabSz="685800">
              <a:defRPr/>
            </a:pPr>
            <a:r>
              <a:rPr lang="ko-KR" altLang="en-US" sz="6000" spc="-300" dirty="0">
                <a:solidFill>
                  <a:srgbClr val="FF9E28"/>
                </a:solidFill>
                <a:latin typeface="CookieRun Regular"/>
                <a:ea typeface="CookieRun Regular"/>
              </a:rPr>
              <a:t>내 삶의 가장 소중한 기쁨이요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/>
          <p:cNvSpPr/>
          <p:nvPr/>
        </p:nvSpPr>
        <p:spPr>
          <a:xfrm>
            <a:off x="1682115" y="1852308"/>
            <a:ext cx="5760720" cy="1872234"/>
          </a:xfrm>
          <a:prstGeom prst="roundRect">
            <a:avLst>
              <a:gd name="adj" fmla="val 47835"/>
            </a:avLst>
          </a:prstGeom>
          <a:solidFill>
            <a:srgbClr val="22A3D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1142999" y="1900519"/>
            <a:ext cx="6858001" cy="118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7200" spc="-113">
                <a:solidFill>
                  <a:prstClr val="white"/>
                </a:solidFill>
                <a:latin typeface="CookieRun Bold"/>
                <a:ea typeface="CookieRun Bold"/>
              </a:rPr>
              <a:t>봉헌기도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81" y="3088387"/>
            <a:ext cx="49376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3000" spc="-113" dirty="0">
                <a:solidFill>
                  <a:prstClr val="white"/>
                </a:solidFill>
                <a:latin typeface="CookieRun Regular"/>
                <a:ea typeface="CookieRun Regular"/>
              </a:rPr>
              <a:t>조지혜 선생님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/>
          <p:cNvSpPr/>
          <p:nvPr/>
        </p:nvSpPr>
        <p:spPr>
          <a:xfrm>
            <a:off x="2097029" y="2268249"/>
            <a:ext cx="69611" cy="696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 defTabSz="685800">
              <a:defRPr/>
            </a:pPr>
            <a:endParaRPr lang="ko-KR" altLang="en-US" sz="135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42999" y="2043394"/>
            <a:ext cx="685800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2500" spc="-113" dirty="0">
                <a:solidFill>
                  <a:prstClr val="white"/>
                </a:solidFill>
                <a:latin typeface="CookieRun Regular"/>
                <a:ea typeface="CookieRun Regular"/>
              </a:rPr>
              <a:t>다같이 예배를 마무리해요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81" y="2402587"/>
            <a:ext cx="4937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defRPr/>
            </a:pPr>
            <a:r>
              <a:rPr lang="ko-KR" altLang="en-US" sz="7200" spc="-113" dirty="0">
                <a:solidFill>
                  <a:prstClr val="white"/>
                </a:solidFill>
                <a:latin typeface="CookieRun Bold"/>
                <a:ea typeface="CookieRun Bold"/>
              </a:rPr>
              <a:t>축  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14BFE-5FCF-4FFF-71B2-241C3410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DA5528C-8AC6-0EEA-D7F7-5C7AD40A8F0E}"/>
              </a:ext>
            </a:extLst>
          </p:cNvPr>
          <p:cNvSpPr/>
          <p:nvPr/>
        </p:nvSpPr>
        <p:spPr>
          <a:xfrm>
            <a:off x="2097029" y="2268249"/>
            <a:ext cx="69611" cy="696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1C5BA3-696A-BBE0-AAE4-B5C50B9C48FB}"/>
              </a:ext>
            </a:extLst>
          </p:cNvPr>
          <p:cNvSpPr txBox="1"/>
          <p:nvPr/>
        </p:nvSpPr>
        <p:spPr>
          <a:xfrm>
            <a:off x="2106558" y="1973771"/>
            <a:ext cx="4930884" cy="161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0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okieRun Bold"/>
                <a:ea typeface="CookieRun Bold"/>
                <a:cs typeface="+mn-cs"/>
              </a:rPr>
              <a:t>광고시간</a:t>
            </a:r>
          </a:p>
        </p:txBody>
      </p:sp>
    </p:spTree>
    <p:extLst>
      <p:ext uri="{BB962C8B-B14F-4D97-AF65-F5344CB8AC3E}">
        <p14:creationId xmlns:p14="http://schemas.microsoft.com/office/powerpoint/2010/main" val="1199088600"/>
      </p:ext>
    </p:extLst>
  </p:cSld>
  <p:clrMapOvr>
    <a:masterClrMapping/>
  </p:clrMapOvr>
  <p:transition spd="slow">
    <p:wipe dir="r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F65F-FA56-9DBB-A794-2C44CC0A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CE744A-01F2-AB14-953A-4AA692941609}"/>
              </a:ext>
            </a:extLst>
          </p:cNvPr>
          <p:cNvGrpSpPr/>
          <p:nvPr/>
        </p:nvGrpSpPr>
        <p:grpSpPr>
          <a:xfrm>
            <a:off x="-3243" y="0"/>
            <a:ext cx="9147242" cy="5143500"/>
            <a:chOff x="16929" y="0"/>
            <a:chExt cx="9147242" cy="51435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4F63D4C-D51E-8AEB-15CF-15B04ABA34D0}"/>
                </a:ext>
              </a:extLst>
            </p:cNvPr>
            <p:cNvSpPr/>
            <p:nvPr/>
          </p:nvSpPr>
          <p:spPr>
            <a:xfrm>
              <a:off x="16929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B28AD5F-04A7-2642-472F-4E69DB8C75E5}"/>
                </a:ext>
              </a:extLst>
            </p:cNvPr>
            <p:cNvSpPr/>
            <p:nvPr/>
          </p:nvSpPr>
          <p:spPr>
            <a:xfrm>
              <a:off x="23414" y="0"/>
              <a:ext cx="9140757" cy="663115"/>
            </a:xfrm>
            <a:prstGeom prst="rect">
              <a:avLst/>
            </a:prstGeom>
            <a:solidFill>
              <a:srgbClr val="00A8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727A294-3962-D78E-ED6A-46574E3A53A5}"/>
                </a:ext>
              </a:extLst>
            </p:cNvPr>
            <p:cNvSpPr/>
            <p:nvPr/>
          </p:nvSpPr>
          <p:spPr>
            <a:xfrm>
              <a:off x="20172" y="4196489"/>
              <a:ext cx="1036447" cy="947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8E4D65B-92EC-D106-37A2-BE5917B97D76}"/>
                </a:ext>
              </a:extLst>
            </p:cNvPr>
            <p:cNvSpPr/>
            <p:nvPr/>
          </p:nvSpPr>
          <p:spPr>
            <a:xfrm>
              <a:off x="8087381" y="4136572"/>
              <a:ext cx="1056619" cy="1006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D49303-21D3-2119-4319-E7C68A15A941}"/>
              </a:ext>
            </a:extLst>
          </p:cNvPr>
          <p:cNvSpPr/>
          <p:nvPr/>
        </p:nvSpPr>
        <p:spPr>
          <a:xfrm>
            <a:off x="1270746" y="3650827"/>
            <a:ext cx="7873253" cy="1492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9A964D6-2DB6-6D31-D977-6380B6D7D761}"/>
              </a:ext>
            </a:extLst>
          </p:cNvPr>
          <p:cNvGrpSpPr/>
          <p:nvPr/>
        </p:nvGrpSpPr>
        <p:grpSpPr>
          <a:xfrm>
            <a:off x="393496" y="192609"/>
            <a:ext cx="8546888" cy="4950891"/>
            <a:chOff x="473503" y="192609"/>
            <a:chExt cx="8546888" cy="49508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7BA26C-ABC8-A174-6DC4-8B7808310733}"/>
                </a:ext>
              </a:extLst>
            </p:cNvPr>
            <p:cNvSpPr txBox="1"/>
            <p:nvPr/>
          </p:nvSpPr>
          <p:spPr>
            <a:xfrm>
              <a:off x="473503" y="1958840"/>
              <a:ext cx="3663734" cy="1751125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200" b="0" i="0" u="none" strike="noStrike" kern="1200" cap="none" spc="-300" normalizeH="0" baseline="0" noProof="0" dirty="0">
                  <a:ln>
                    <a:noFill/>
                  </a:ln>
                  <a:solidFill>
                    <a:srgbClr val="22A3D2"/>
                  </a:solidFill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기억나요</a:t>
              </a:r>
              <a:endParaRPr kumimoji="0" lang="en-US" altLang="ko-KR" sz="7200" b="0" i="0" u="none" strike="noStrike" kern="1200" cap="none" spc="-300" normalizeH="0" baseline="0" noProof="0" dirty="0">
                <a:ln>
                  <a:noFill/>
                </a:ln>
                <a:solidFill>
                  <a:srgbClr val="22A3D2"/>
                </a:solidFill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200" b="0" i="0" u="none" strike="noStrike" kern="1200" cap="none" spc="-300" normalizeH="0" baseline="0" noProof="0" dirty="0" err="1">
                  <a:ln>
                    <a:noFill/>
                  </a:ln>
                  <a:solidFill>
                    <a:prstClr val="black"/>
                  </a:solidFill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말씀퀴즈</a:t>
              </a:r>
              <a:endParaRPr kumimoji="0" lang="en-US" altLang="ko-KR" sz="66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  <p:pic>
          <p:nvPicPr>
            <p:cNvPr id="1026" name="Picture 2" descr="어른이들아...꿈돌이 ㄱ나니?">
              <a:extLst>
                <a:ext uri="{FF2B5EF4-FFF2-40B4-BE49-F238E27FC236}">
                  <a16:creationId xmlns:a16="http://schemas.microsoft.com/office/drawing/2014/main" id="{546D5C82-D6D7-32F2-401C-3BF5B391E7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9500" y="192609"/>
              <a:ext cx="4950891" cy="4950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759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9ADFF-C308-9945-2E13-9CBB5477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3944EA21-0569-ABA0-1607-3BB4B45A83F5}"/>
              </a:ext>
            </a:extLst>
          </p:cNvPr>
          <p:cNvGrpSpPr/>
          <p:nvPr/>
        </p:nvGrpSpPr>
        <p:grpSpPr>
          <a:xfrm>
            <a:off x="0" y="0"/>
            <a:ext cx="9144000" cy="1493753"/>
            <a:chOff x="0" y="0"/>
            <a:chExt cx="9144000" cy="149375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E36F9C2-0F52-EA39-C8BC-5331A82546AB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84F3814-4FA8-1A6B-08F0-64A4B5181916}"/>
                </a:ext>
              </a:extLst>
            </p:cNvPr>
            <p:cNvSpPr/>
            <p:nvPr/>
          </p:nvSpPr>
          <p:spPr>
            <a:xfrm>
              <a:off x="0" y="0"/>
              <a:ext cx="9144000" cy="663115"/>
            </a:xfrm>
            <a:prstGeom prst="rect">
              <a:avLst/>
            </a:prstGeom>
            <a:solidFill>
              <a:srgbClr val="22A3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7B16E89-79E2-7226-8253-C524849AEDB4}"/>
              </a:ext>
            </a:extLst>
          </p:cNvPr>
          <p:cNvSpPr txBox="1"/>
          <p:nvPr/>
        </p:nvSpPr>
        <p:spPr>
          <a:xfrm>
            <a:off x="16929" y="69800"/>
            <a:ext cx="7765941" cy="578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⭕ 기억나요 </a:t>
            </a: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말씀퀴즈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</a:t>
            </a:r>
            <a:endParaRPr kumimoji="0" lang="en-US" altLang="ko-KR" sz="28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81FE5F-9FCF-0FE6-39A1-4F9C7DC5680D}"/>
              </a:ext>
            </a:extLst>
          </p:cNvPr>
          <p:cNvSpPr txBox="1"/>
          <p:nvPr/>
        </p:nvSpPr>
        <p:spPr>
          <a:xfrm>
            <a:off x="216069" y="860800"/>
            <a:ext cx="8711862" cy="134295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0" algn="just" defTabSz="457200" latinLnBrk="0">
              <a:defRPr/>
            </a:pPr>
            <a:r>
              <a:rPr lang="ko-KR" altLang="en-US" sz="3600" spc="-30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요시야의</a:t>
            </a:r>
            <a:r>
              <a:rPr lang="ko-KR" altLang="en-US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할아버지이자 </a:t>
            </a:r>
            <a:r>
              <a:rPr lang="en-US" altLang="ko-KR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55</a:t>
            </a:r>
            <a:r>
              <a:rPr lang="ko-KR" altLang="en-US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년간 유다를 다스린 왕으로서 유다 땅에 우상의 산당을 세우고 바알의 제단을 쌓았으며</a:t>
            </a:r>
            <a:r>
              <a:rPr lang="en-US" altLang="ko-KR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점치며 무당을 의지하여 </a:t>
            </a:r>
            <a:r>
              <a:rPr lang="en-US" altLang="ko-KR" sz="3600" spc="-300" dirty="0">
                <a:solidFill>
                  <a:srgbClr val="22A3D2"/>
                </a:solidFill>
                <a:latin typeface="페이퍼로지 5 Medium" pitchFamily="2" charset="-127"/>
                <a:ea typeface="페이퍼로지 5 Medium" pitchFamily="2" charset="-127"/>
              </a:rPr>
              <a:t>"</a:t>
            </a:r>
            <a:r>
              <a:rPr lang="ko-KR" altLang="en-US" sz="3600" spc="-300" dirty="0">
                <a:solidFill>
                  <a:srgbClr val="22A3D2"/>
                </a:solidFill>
                <a:latin typeface="페이퍼로지 5 Medium" pitchFamily="2" charset="-127"/>
                <a:ea typeface="페이퍼로지 5 Medium" pitchFamily="2" charset="-127"/>
              </a:rPr>
              <a:t>악을 많이 행한</a:t>
            </a:r>
            <a:r>
              <a:rPr lang="en-US" altLang="ko-KR" sz="3600" spc="-300" dirty="0">
                <a:solidFill>
                  <a:srgbClr val="22A3D2"/>
                </a:solidFill>
                <a:latin typeface="페이퍼로지 5 Medium" pitchFamily="2" charset="-127"/>
                <a:ea typeface="페이퍼로지 5 Medium" pitchFamily="2" charset="-127"/>
              </a:rPr>
              <a:t>" </a:t>
            </a:r>
            <a:r>
              <a:rPr lang="ko-KR" altLang="en-US" sz="3600" spc="-300" dirty="0">
                <a:solidFill>
                  <a:srgbClr val="22A3D2"/>
                </a:solidFill>
                <a:latin typeface="페이퍼로지 5 Medium" pitchFamily="2" charset="-127"/>
                <a:ea typeface="페이퍼로지 5 Medium" pitchFamily="2" charset="-127"/>
              </a:rPr>
              <a:t>왕</a:t>
            </a:r>
            <a:r>
              <a:rPr lang="ko-KR" altLang="en-US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으로 기록된 이 사람은 누구일까요</a:t>
            </a:r>
            <a:r>
              <a:rPr lang="en-US" altLang="ko-KR" sz="3600" spc="-3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?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9D9130E-00E7-0FEE-E455-33B85DFD8C68}"/>
              </a:ext>
            </a:extLst>
          </p:cNvPr>
          <p:cNvGrpSpPr/>
          <p:nvPr/>
        </p:nvGrpSpPr>
        <p:grpSpPr>
          <a:xfrm>
            <a:off x="3205052" y="3416148"/>
            <a:ext cx="1284514" cy="663115"/>
            <a:chOff x="544287" y="3265714"/>
            <a:chExt cx="1284514" cy="663115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F504F1-94A0-BE6B-9DBD-C33E06F02FAA}"/>
                </a:ext>
              </a:extLst>
            </p:cNvPr>
            <p:cNvSpPr/>
            <p:nvPr/>
          </p:nvSpPr>
          <p:spPr>
            <a:xfrm>
              <a:off x="544287" y="3265714"/>
              <a:ext cx="1284514" cy="663115"/>
            </a:xfrm>
            <a:prstGeom prst="roundRect">
              <a:avLst/>
            </a:prstGeom>
            <a:solidFill>
              <a:srgbClr val="00A8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AFE4AC-EAB8-22D6-7ADD-C977DC626533}"/>
                </a:ext>
              </a:extLst>
            </p:cNvPr>
            <p:cNvSpPr txBox="1"/>
            <p:nvPr/>
          </p:nvSpPr>
          <p:spPr>
            <a:xfrm>
              <a:off x="613229" y="3268032"/>
              <a:ext cx="1146629" cy="57885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600" b="0" i="0" u="none" strike="noStrike" kern="120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페이퍼로지 8 ExtraBold" pitchFamily="2" charset="-127"/>
                  <a:ea typeface="페이퍼로지 8 ExtraBold" pitchFamily="2" charset="-127"/>
                  <a:cs typeface="+mn-cs"/>
                </a:rPr>
                <a:t>정답</a:t>
              </a:r>
              <a:endPara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BA9E01B-980B-E071-27E9-346BBE5EAD7D}"/>
              </a:ext>
            </a:extLst>
          </p:cNvPr>
          <p:cNvSpPr txBox="1"/>
          <p:nvPr/>
        </p:nvSpPr>
        <p:spPr>
          <a:xfrm>
            <a:off x="4723213" y="3458277"/>
            <a:ext cx="1180046" cy="578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므낫세</a:t>
            </a:r>
            <a:endParaRPr kumimoji="0" lang="en-US" altLang="ko-KR" sz="3200" b="0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268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3B0F-588C-4CD5-86C9-9773A86BB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49BEF22-86A9-5DE3-42A3-A3C78BE4D16A}"/>
              </a:ext>
            </a:extLst>
          </p:cNvPr>
          <p:cNvGrpSpPr/>
          <p:nvPr/>
        </p:nvGrpSpPr>
        <p:grpSpPr>
          <a:xfrm>
            <a:off x="0" y="0"/>
            <a:ext cx="9144000" cy="1493753"/>
            <a:chOff x="0" y="0"/>
            <a:chExt cx="9144000" cy="149375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832043E-1961-4909-0FF6-701B31C6EBFA}"/>
                </a:ext>
              </a:extLst>
            </p:cNvPr>
            <p:cNvSpPr/>
            <p:nvPr/>
          </p:nvSpPr>
          <p:spPr>
            <a:xfrm>
              <a:off x="0" y="0"/>
              <a:ext cx="9144000" cy="14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D450268-CBB1-A6B1-2A5D-6C47BE4C054D}"/>
                </a:ext>
              </a:extLst>
            </p:cNvPr>
            <p:cNvSpPr/>
            <p:nvPr/>
          </p:nvSpPr>
          <p:spPr>
            <a:xfrm>
              <a:off x="0" y="0"/>
              <a:ext cx="9144000" cy="663115"/>
            </a:xfrm>
            <a:prstGeom prst="rect">
              <a:avLst/>
            </a:prstGeom>
            <a:solidFill>
              <a:srgbClr val="FF9E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783C1B6-325D-8E33-D2BE-032CC56F5DE5}"/>
              </a:ext>
            </a:extLst>
          </p:cNvPr>
          <p:cNvSpPr txBox="1"/>
          <p:nvPr/>
        </p:nvSpPr>
        <p:spPr>
          <a:xfrm>
            <a:off x="16929" y="69800"/>
            <a:ext cx="7765941" cy="578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t>✅ 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광고합니다</a:t>
            </a:r>
            <a:endParaRPr kumimoji="0" lang="en-US" altLang="ko-KR" sz="28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AEF66-4781-E8E8-4F03-EBE34E2CCCA7}"/>
              </a:ext>
            </a:extLst>
          </p:cNvPr>
          <p:cNvSpPr txBox="1"/>
          <p:nvPr/>
        </p:nvSpPr>
        <p:spPr>
          <a:xfrm>
            <a:off x="299515" y="1066417"/>
            <a:ext cx="8711862" cy="341620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🙏 예배를</a:t>
            </a: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  <a:cs typeface="+mn-cs"/>
              </a:rPr>
              <a:t>함께 준비해요</a:t>
            </a:r>
            <a:endParaRPr kumimoji="0" lang="en-US" altLang="ko-KR" sz="32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 -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대표기도 </a:t>
            </a: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: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부장선생님  </a:t>
            </a: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 - 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헌금기도 </a:t>
            </a:r>
            <a:r>
              <a:rPr kumimoji="0" lang="en-US" altLang="ko-KR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: </a:t>
            </a:r>
            <a:r>
              <a:rPr lang="ko-KR" altLang="en-US" sz="3200" spc="-15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이채연</a:t>
            </a: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선생님 </a:t>
            </a:r>
            <a:endParaRPr kumimoji="0" lang="en-US" altLang="ko-KR" sz="2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defTabSz="457200" latinLnBrk="0">
              <a:lnSpc>
                <a:spcPts val="4000"/>
              </a:lnSpc>
              <a:spcBef>
                <a:spcPts val="1200"/>
              </a:spcBef>
              <a:defRPr/>
            </a:pPr>
            <a:r>
              <a:rPr lang="ko-KR" altLang="en-US" sz="3200" b="1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🎙️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 추수감사주일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(10/18)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은 </a:t>
            </a:r>
            <a:r>
              <a:rPr lang="ko-KR" altLang="en-US" sz="3200" spc="-150" dirty="0">
                <a:solidFill>
                  <a:srgbClr val="FF9E28"/>
                </a:solidFill>
                <a:latin typeface="페이퍼로지 8 ExtraBold" pitchFamily="2" charset="-127"/>
                <a:ea typeface="페이퍼로지 8 ExtraBold" pitchFamily="2" charset="-127"/>
              </a:rPr>
              <a:t>야외예배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로 드립니다 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!</a:t>
            </a:r>
          </a:p>
          <a:p>
            <a:pPr defTabSz="457200" latinLnBrk="0">
              <a:lnSpc>
                <a:spcPts val="4000"/>
              </a:lnSpc>
              <a:defRPr/>
            </a:pP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- 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점심 메뉴 추천 결과 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컵라면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치킨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김밥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떡볶이</a:t>
            </a:r>
            <a:endParaRPr lang="en-US" altLang="ko-KR" sz="3200" spc="-150" dirty="0">
              <a:solidFill>
                <a:prstClr val="black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defTabSz="457200" latinLnBrk="0">
              <a:lnSpc>
                <a:spcPct val="100000"/>
              </a:lnSpc>
              <a:spcBef>
                <a:spcPts val="1200"/>
              </a:spcBef>
              <a:defRPr/>
            </a:pPr>
            <a:r>
              <a:rPr lang="ko-KR" altLang="en-US" sz="3200" b="1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🌝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 추수감사절 </a:t>
            </a:r>
            <a:r>
              <a:rPr lang="ko-KR" altLang="en-US" sz="3200" spc="-150" dirty="0" err="1">
                <a:solidFill>
                  <a:srgbClr val="FF9E28"/>
                </a:solidFill>
                <a:latin typeface="페이퍼로지 8 ExtraBold" pitchFamily="2" charset="-127"/>
                <a:ea typeface="페이퍼로지 8 ExtraBold" pitchFamily="2" charset="-127"/>
              </a:rPr>
              <a:t>특별새벽기도회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(10/12~17, 6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일간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8 ExtraBold" pitchFamily="2" charset="-127"/>
                <a:ea typeface="페이퍼로지 8 ExtraBold" pitchFamily="2" charset="-127"/>
              </a:rPr>
              <a:t>)</a:t>
            </a:r>
          </a:p>
          <a:p>
            <a:pPr defTabSz="457200" latinLnBrk="0">
              <a:lnSpc>
                <a:spcPts val="4000"/>
              </a:lnSpc>
              <a:defRPr/>
            </a:pP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- (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온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오프라인 동시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)  </a:t>
            </a:r>
            <a:r>
              <a:rPr lang="ko-KR" altLang="en-US" sz="3200" spc="-15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주중처소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월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금 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05:30, </a:t>
            </a:r>
            <a:r>
              <a:rPr lang="ko-KR" altLang="en-US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토 </a:t>
            </a:r>
            <a:r>
              <a:rPr lang="en-US" altLang="ko-KR" sz="3200" spc="-1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06:30</a:t>
            </a:r>
            <a:endParaRPr lang="en-US" altLang="ko-KR" sz="3200" b="1" spc="-150" dirty="0">
              <a:solidFill>
                <a:prstClr val="black"/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defTabSz="457200" latinLnBrk="0">
              <a:lnSpc>
                <a:spcPts val="4000"/>
              </a:lnSpc>
              <a:spcBef>
                <a:spcPts val="1200"/>
              </a:spcBef>
              <a:defRPr/>
            </a:pPr>
            <a:endParaRPr kumimoji="0" lang="en-US" altLang="ko-KR" sz="32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8 ExtraBold" pitchFamily="2" charset="-127"/>
              <a:ea typeface="페이퍼로지 8 ExtraBold" pitchFamily="2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71B6552-5A02-0846-A1AC-72A5EE16C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892" y="69800"/>
            <a:ext cx="330517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8886"/>
      </p:ext>
    </p:extLst>
  </p:cSld>
  <p:clrMapOvr>
    <a:masterClrMapping/>
  </p:clrMapOvr>
  <p:transition spd="slow">
    <p:push dir="u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07777-2589-1C51-FDE9-5F31DF75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A6CBE3-715C-2DEA-B667-0B723AFD3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578" y="-1428703"/>
            <a:ext cx="6127850" cy="88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1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F0B7-4BD6-CE72-964B-ED7DB0B1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6E1C364-9C83-C15C-3FDC-2B0204638B89}"/>
              </a:ext>
            </a:extLst>
          </p:cNvPr>
          <p:cNvSpPr/>
          <p:nvPr/>
        </p:nvSpPr>
        <p:spPr>
          <a:xfrm>
            <a:off x="1272039" y="3024332"/>
            <a:ext cx="92815" cy="928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2C83CB-C4D5-EE64-52FA-A7F2EA089DB3}"/>
              </a:ext>
            </a:extLst>
          </p:cNvPr>
          <p:cNvSpPr txBox="1"/>
          <p:nvPr/>
        </p:nvSpPr>
        <p:spPr>
          <a:xfrm>
            <a:off x="0" y="751834"/>
            <a:ext cx="914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800" spc="-300" dirty="0">
                <a:latin typeface="CookieRun Bold"/>
                <a:ea typeface="CookieRun Bold"/>
              </a:rPr>
              <a:t>다음 주일에도</a:t>
            </a:r>
            <a:endParaRPr lang="en-US" altLang="ko-KR" sz="8800" spc="-300" dirty="0">
              <a:latin typeface="CookieRun Bold"/>
              <a:ea typeface="CookieRun Bold"/>
            </a:endParaRPr>
          </a:p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800" b="0" i="0" u="none" strike="noStrike" kern="1200" cap="none" spc="-300" normalizeH="0" baseline="0" noProof="0" dirty="0">
                <a:ln>
                  <a:noFill/>
                </a:ln>
                <a:solidFill>
                  <a:srgbClr val="F36564"/>
                </a:solidFill>
                <a:uLnTx/>
                <a:uFillTx/>
                <a:latin typeface="CookieRun Bold"/>
                <a:ea typeface="CookieRun Bold"/>
                <a:cs typeface="+mn-cs"/>
              </a:rPr>
              <a:t>건강하게 만나요 </a:t>
            </a:r>
            <a:r>
              <a:rPr kumimoji="0" lang="en-US" altLang="ko-KR" sz="8800" b="0" i="0" u="none" strike="noStrike" kern="1200" cap="none" spc="-300" normalizeH="0" baseline="0" noProof="0" dirty="0">
                <a:ln>
                  <a:noFill/>
                </a:ln>
                <a:solidFill>
                  <a:srgbClr val="F36564"/>
                </a:solidFill>
                <a:uLnTx/>
                <a:uFillTx/>
                <a:latin typeface="CookieRun Bold"/>
                <a:ea typeface="CookieRun Bold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165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1_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4424</TotalTime>
  <Words>1247</Words>
  <Application>Microsoft Office PowerPoint</Application>
  <PresentationFormat>화면 슬라이드 쇼(16:9)</PresentationFormat>
  <Paragraphs>322</Paragraphs>
  <Slides>119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119</vt:i4>
      </vt:variant>
    </vt:vector>
  </HeadingPairs>
  <TitlesOfParts>
    <vt:vector size="141" baseType="lpstr">
      <vt:lpstr>CookieRun Bold</vt:lpstr>
      <vt:lpstr>CookieRun Regular</vt:lpstr>
      <vt:lpstr>G마켓 산스 Medium</vt:lpstr>
      <vt:lpstr>Pretendard Bold</vt:lpstr>
      <vt:lpstr>Pretendard ExtraBold</vt:lpstr>
      <vt:lpstr>Pretendard Medium</vt:lpstr>
      <vt:lpstr>맑은 고딕</vt:lpstr>
      <vt:lpstr>메이플스토리</vt:lpstr>
      <vt:lpstr>배달의민족 주아</vt:lpstr>
      <vt:lpstr>페이퍼로지 5 Medium</vt:lpstr>
      <vt:lpstr>페이퍼로지 8 ExtraBold</vt:lpstr>
      <vt:lpstr>Arial</vt:lpstr>
      <vt:lpstr>Calibri</vt:lpstr>
      <vt:lpstr>Calibri Light</vt:lpstr>
      <vt:lpstr>Office 테마</vt:lpstr>
      <vt:lpstr>3_Office 테마</vt:lpstr>
      <vt:lpstr>4_Office 테마</vt:lpstr>
      <vt:lpstr>5_Office 테마</vt:lpstr>
      <vt:lpstr>1_5_Office 테마</vt:lpstr>
      <vt:lpstr>1_1_5_Office 테마</vt:lpstr>
      <vt:lpstr>2_5_Office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초등부-암송학교</dc:creator>
  <cp:lastModifiedBy>디지털 나루</cp:lastModifiedBy>
  <cp:revision>695</cp:revision>
  <dcterms:created xsi:type="dcterms:W3CDTF">2020-10-22T01:24:08Z</dcterms:created>
  <dcterms:modified xsi:type="dcterms:W3CDTF">2026-10-11T01:04:11Z</dcterms:modified>
  <cp:version/>
</cp:coreProperties>
</file>